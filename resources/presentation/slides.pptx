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Hi</a:t>
            </a:r>
            <a:r>
              <a:rPr/>
              <a:t> </a:t>
            </a:r>
            <a:r>
              <a:rPr/>
              <a:t>everyone.</a:t>
            </a:r>
            <a:r>
              <a:rPr/>
              <a:t> </a:t>
            </a:r>
            <a:r>
              <a:rPr/>
              <a:t>I’m</a:t>
            </a:r>
            <a:r>
              <a:rPr/>
              <a:t> </a:t>
            </a:r>
            <a:r>
              <a:rPr/>
              <a:t>Younes</a:t>
            </a:r>
            <a:r>
              <a:rPr/>
              <a:t> </a:t>
            </a:r>
            <a:r>
              <a:rPr/>
              <a:t>Jabbagh,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my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AutonoBird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AI-driven</a:t>
            </a:r>
            <a:r>
              <a:rPr/>
              <a:t> </a:t>
            </a:r>
            <a:r>
              <a:rPr/>
              <a:t>autonomous</a:t>
            </a:r>
            <a:r>
              <a:rPr/>
              <a:t> </a:t>
            </a:r>
            <a:r>
              <a:rPr/>
              <a:t>drone</a:t>
            </a:r>
            <a:r>
              <a:rPr/>
              <a:t> </a:t>
            </a:r>
            <a:r>
              <a:rPr/>
              <a:t>platform</a:t>
            </a:r>
            <a:r>
              <a:rPr/>
              <a:t> </a:t>
            </a:r>
            <a:r>
              <a:rPr/>
              <a:t>built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GBP</a:t>
            </a:r>
            <a:r>
              <a:rPr/>
              <a:t> </a:t>
            </a:r>
            <a:r>
              <a:rPr/>
              <a:t>1000.</a:t>
            </a:r>
            <a:r>
              <a:rPr/>
              <a:t> </a:t>
            </a:r>
            <a:r>
              <a:rPr/>
              <a:t>I’ll</a:t>
            </a:r>
            <a:r>
              <a:rPr/>
              <a:t> </a:t>
            </a:r>
            <a:r>
              <a:rPr/>
              <a:t>walk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build,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perception</a:t>
            </a:r>
            <a:r>
              <a:rPr/>
              <a:t> </a:t>
            </a:r>
            <a:r>
              <a:rPr/>
              <a:t>loop,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autonomy</a:t>
            </a:r>
            <a:r>
              <a:rPr/>
              <a:t> </a:t>
            </a:r>
            <a:r>
              <a:rPr/>
              <a:t>stack,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hardware</a:t>
            </a:r>
            <a:r>
              <a:rPr/>
              <a:t> </a:t>
            </a:r>
            <a:r>
              <a:rPr/>
              <a:t>evidence</a:t>
            </a:r>
            <a:r>
              <a:rPr/>
              <a:t> </a:t>
            </a:r>
            <a:r>
              <a:rPr/>
              <a:t>supporting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verdict.</a:t>
            </a:r>
            <a:r>
              <a:rPr/>
              <a:t> </a:t>
            </a:r>
            <a:r>
              <a:rPr/>
              <a:t>Should</a:t>
            </a:r>
            <a:r>
              <a:rPr/>
              <a:t> </a:t>
            </a:r>
            <a:r>
              <a:rPr/>
              <a:t>be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20</a:t>
            </a:r>
            <a:r>
              <a:rPr/>
              <a:t> </a:t>
            </a:r>
            <a:r>
              <a:rPr/>
              <a:t>minutes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slides</a:t>
            </a:r>
            <a:r>
              <a:rPr/>
              <a:t> </a:t>
            </a:r>
            <a:r>
              <a:rPr/>
              <a:t>plus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short</a:t>
            </a:r>
            <a:r>
              <a:rPr/>
              <a:t> </a:t>
            </a:r>
            <a:r>
              <a:rPr/>
              <a:t>live</a:t>
            </a:r>
            <a:r>
              <a:rPr/>
              <a:t> </a:t>
            </a:r>
            <a:r>
              <a:rPr/>
              <a:t>demo,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I’m</a:t>
            </a:r>
            <a:r>
              <a:rPr/>
              <a:t> </a:t>
            </a:r>
            <a:r>
              <a:rPr/>
              <a:t>happy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take</a:t>
            </a:r>
            <a:r>
              <a:rPr/>
              <a:t> </a:t>
            </a:r>
            <a:r>
              <a:rPr/>
              <a:t>questions.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keep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slide</a:t>
            </a:r>
            <a:r>
              <a:rPr/>
              <a:t> </a:t>
            </a:r>
            <a:r>
              <a:rPr/>
              <a:t>brief;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body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talk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drone</a:t>
            </a:r>
            <a:r>
              <a:rPr/>
              <a:t> </a:t>
            </a:r>
            <a:r>
              <a:rPr/>
              <a:t>market</a:t>
            </a:r>
            <a:r>
              <a:rPr/>
              <a:t> </a:t>
            </a:r>
            <a:r>
              <a:rPr/>
              <a:t>today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split.</a:t>
            </a:r>
            <a:r>
              <a:rPr/>
              <a:t> </a:t>
            </a:r>
            <a:r>
              <a:rPr/>
              <a:t>Consumer</a:t>
            </a:r>
            <a:r>
              <a:rPr/>
              <a:t> </a:t>
            </a:r>
            <a:r>
              <a:rPr/>
              <a:t>drones</a:t>
            </a:r>
            <a:r>
              <a:rPr/>
              <a:t> </a:t>
            </a:r>
            <a:r>
              <a:rPr/>
              <a:t>like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DJI</a:t>
            </a:r>
            <a:r>
              <a:rPr/>
              <a:t> </a:t>
            </a:r>
            <a:r>
              <a:rPr/>
              <a:t>Mini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cheap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reliable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everything</a:t>
            </a:r>
            <a:r>
              <a:rPr/>
              <a:t> </a:t>
            </a:r>
            <a:r>
              <a:rPr/>
              <a:t>onboard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closed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compute</a:t>
            </a:r>
            <a:r>
              <a:rPr/>
              <a:t> </a:t>
            </a:r>
            <a:r>
              <a:rPr/>
              <a:t>hooks,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custom</a:t>
            </a:r>
            <a:r>
              <a:rPr/>
              <a:t> </a:t>
            </a:r>
            <a:r>
              <a:rPr/>
              <a:t>sensors.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other</a:t>
            </a:r>
            <a:r>
              <a:rPr/>
              <a:t> </a:t>
            </a:r>
            <a:r>
              <a:rPr/>
              <a:t>end,</a:t>
            </a:r>
            <a:r>
              <a:rPr/>
              <a:t> </a:t>
            </a:r>
            <a:r>
              <a:rPr/>
              <a:t>defence-grade</a:t>
            </a:r>
            <a:r>
              <a:rPr/>
              <a:t> </a:t>
            </a:r>
            <a:r>
              <a:rPr/>
              <a:t>autonomous</a:t>
            </a:r>
            <a:r>
              <a:rPr/>
              <a:t> </a:t>
            </a:r>
            <a:r>
              <a:rPr/>
              <a:t>platforms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autonomy</a:t>
            </a:r>
            <a:r>
              <a:rPr/>
              <a:t> </a:t>
            </a:r>
            <a:r>
              <a:rPr/>
              <a:t>you’d</a:t>
            </a:r>
            <a:r>
              <a:rPr/>
              <a:t> </a:t>
            </a:r>
            <a:r>
              <a:rPr/>
              <a:t>want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cost</a:t>
            </a:r>
            <a:r>
              <a:rPr/>
              <a:t> </a:t>
            </a:r>
            <a:r>
              <a:rPr/>
              <a:t>ten</a:t>
            </a:r>
            <a:r>
              <a:rPr/>
              <a:t> </a:t>
            </a:r>
            <a:r>
              <a:rPr/>
              <a:t>grand</a:t>
            </a:r>
            <a:r>
              <a:rPr/>
              <a:t> </a:t>
            </a:r>
            <a:r>
              <a:rPr/>
              <a:t>plus,</a:t>
            </a:r>
            <a:r>
              <a:rPr/>
              <a:t> </a:t>
            </a:r>
            <a:r>
              <a:rPr/>
              <a:t>also</a:t>
            </a:r>
            <a:r>
              <a:rPr/>
              <a:t> </a:t>
            </a:r>
            <a:r>
              <a:rPr/>
              <a:t>closed.</a:t>
            </a:r>
            <a:r>
              <a:rPr/>
              <a:t> </a:t>
            </a:r>
            <a:r>
              <a:rPr/>
              <a:t>There’s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clear</a:t>
            </a:r>
            <a:r>
              <a:rPr/>
              <a:t> </a:t>
            </a:r>
            <a:r>
              <a:rPr/>
              <a:t>hardware-and-software</a:t>
            </a:r>
            <a:r>
              <a:rPr/>
              <a:t> </a:t>
            </a:r>
            <a:r>
              <a:rPr/>
              <a:t>gap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middle.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question</a:t>
            </a:r>
            <a:r>
              <a:rPr/>
              <a:t> </a:t>
            </a:r>
            <a:r>
              <a:rPr/>
              <a:t>I’m</a:t>
            </a:r>
            <a:r>
              <a:rPr/>
              <a:t> </a:t>
            </a:r>
            <a:r>
              <a:rPr/>
              <a:t>answering,</a:t>
            </a:r>
            <a:r>
              <a:rPr/>
              <a:t> </a:t>
            </a:r>
            <a:r>
              <a:rPr/>
              <a:t>verbatim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dissertation: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£1000-class</a:t>
            </a:r>
            <a:r>
              <a:rPr/>
              <a:t> </a:t>
            </a:r>
            <a:r>
              <a:rPr/>
              <a:t>quadcopter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Hailo-8</a:t>
            </a:r>
            <a:r>
              <a:rPr/>
              <a:t> </a:t>
            </a:r>
            <a:r>
              <a:rPr/>
              <a:t>NPU</a:t>
            </a:r>
            <a:r>
              <a:rPr/>
              <a:t> </a:t>
            </a:r>
            <a:r>
              <a:rPr/>
              <a:t>deliver</a:t>
            </a:r>
            <a:r>
              <a:rPr/>
              <a:t> </a:t>
            </a:r>
            <a:r>
              <a:rPr/>
              <a:t>vision-only</a:t>
            </a:r>
            <a:r>
              <a:rPr/>
              <a:t> </a:t>
            </a:r>
            <a:r>
              <a:rPr/>
              <a:t>autonomous</a:t>
            </a:r>
            <a:r>
              <a:rPr/>
              <a:t> </a:t>
            </a:r>
            <a:r>
              <a:rPr/>
              <a:t>obstacle</a:t>
            </a:r>
            <a:r>
              <a:rPr/>
              <a:t> </a:t>
            </a:r>
            <a:r>
              <a:rPr/>
              <a:t>avoidance?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yes-or-no</a:t>
            </a:r>
            <a:r>
              <a:rPr/>
              <a:t> </a:t>
            </a:r>
            <a:r>
              <a:rPr/>
              <a:t>question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rest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talk</a:t>
            </a:r>
            <a:r>
              <a:rPr/>
              <a:t> </a:t>
            </a:r>
            <a:r>
              <a:rPr/>
              <a:t>answers</a:t>
            </a:r>
            <a:r>
              <a:rPr/>
              <a:t> </a:t>
            </a:r>
            <a:r>
              <a:rPr/>
              <a:t>empirically.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£1000</a:t>
            </a:r>
            <a:r>
              <a:rPr/>
              <a:t> </a:t>
            </a:r>
            <a:r>
              <a:rPr/>
              <a:t>specifically?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it’s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consumer-prosumer</a:t>
            </a:r>
            <a:r>
              <a:rPr/>
              <a:t> </a:t>
            </a:r>
            <a:r>
              <a:rPr/>
              <a:t>boundary;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hobbyist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small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group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justify</a:t>
            </a:r>
            <a:r>
              <a:rPr/>
              <a:t> </a:t>
            </a:r>
            <a:r>
              <a:rPr/>
              <a:t>spending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institutional</a:t>
            </a:r>
            <a:r>
              <a:rPr/>
              <a:t> </a:t>
            </a:r>
            <a:r>
              <a:rPr/>
              <a:t>procurement.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“</a:t>
            </a:r>
            <a:r>
              <a:rPr/>
              <a:t>vision-only</a:t>
            </a:r>
            <a:r>
              <a:rPr/>
              <a:t>”</a:t>
            </a:r>
            <a:r>
              <a:rPr/>
              <a:t>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GPS</a:t>
            </a:r>
            <a:r>
              <a:rPr/>
              <a:t> </a:t>
            </a:r>
            <a:r>
              <a:rPr/>
              <a:t>dependence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indoor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forest</a:t>
            </a:r>
            <a:r>
              <a:rPr/>
              <a:t> </a:t>
            </a:r>
            <a:r>
              <a:rPr/>
              <a:t>scenarios,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lidar</a:t>
            </a:r>
            <a:r>
              <a:rPr/>
              <a:t> </a:t>
            </a:r>
            <a:r>
              <a:rPr/>
              <a:t>BOM</a:t>
            </a:r>
            <a:r>
              <a:rPr/>
              <a:t> </a:t>
            </a:r>
            <a:r>
              <a:rPr/>
              <a:t>cost,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commits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harder</a:t>
            </a:r>
            <a:r>
              <a:rPr/>
              <a:t> </a:t>
            </a:r>
            <a:r>
              <a:rPr/>
              <a:t>problem.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250</a:t>
            </a:r>
            <a:r>
              <a:rPr/>
              <a:t> </a:t>
            </a:r>
            <a:r>
              <a:rPr/>
              <a:t>mm</a:t>
            </a:r>
            <a:r>
              <a:rPr/>
              <a:t> </a:t>
            </a:r>
            <a:r>
              <a:rPr/>
              <a:t>class?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biggest</a:t>
            </a:r>
            <a:r>
              <a:rPr/>
              <a:t> </a:t>
            </a:r>
            <a:r>
              <a:rPr/>
              <a:t>class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tabletop-portable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indoor-flyable;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QUAV250</a:t>
            </a:r>
            <a:r>
              <a:rPr/>
              <a:t> </a:t>
            </a:r>
            <a:r>
              <a:rPr/>
              <a:t>sits</a:t>
            </a:r>
            <a:r>
              <a:rPr/>
              <a:t> </a:t>
            </a:r>
            <a:r>
              <a:rPr/>
              <a:t>right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assembled</a:t>
            </a:r>
            <a:r>
              <a:rPr/>
              <a:t> </a:t>
            </a:r>
            <a:r>
              <a:rPr/>
              <a:t>airframe.</a:t>
            </a:r>
            <a:r>
              <a:rPr/>
              <a:t> </a:t>
            </a:r>
            <a:r>
              <a:rPr/>
              <a:t>QUAV250</a:t>
            </a:r>
            <a:r>
              <a:rPr/>
              <a:t> </a:t>
            </a:r>
            <a:r>
              <a:rPr/>
              <a:t>carbon</a:t>
            </a:r>
            <a:r>
              <a:rPr/>
              <a:t> </a:t>
            </a:r>
            <a:r>
              <a:rPr/>
              <a:t>frame,</a:t>
            </a:r>
            <a:r>
              <a:rPr/>
              <a:t> </a:t>
            </a:r>
            <a:r>
              <a:rPr/>
              <a:t>Pixhawk</a:t>
            </a:r>
            <a:r>
              <a:rPr/>
              <a:t> </a:t>
            </a:r>
            <a:r>
              <a:rPr/>
              <a:t>6C</a:t>
            </a:r>
            <a:r>
              <a:rPr/>
              <a:t> </a:t>
            </a:r>
            <a:r>
              <a:rPr/>
              <a:t>Mini</a:t>
            </a:r>
            <a:r>
              <a:rPr/>
              <a:t> </a:t>
            </a:r>
            <a:r>
              <a:rPr/>
              <a:t>doing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control</a:t>
            </a:r>
            <a:r>
              <a:rPr/>
              <a:t> </a:t>
            </a:r>
            <a:r>
              <a:rPr/>
              <a:t>underneath,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HAT+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companion</a:t>
            </a:r>
            <a:r>
              <a:rPr/>
              <a:t> </a:t>
            </a:r>
            <a:r>
              <a:rPr/>
              <a:t>computer</a:t>
            </a:r>
            <a:r>
              <a:rPr/>
              <a:t> </a:t>
            </a:r>
            <a:r>
              <a:rPr/>
              <a:t>up</a:t>
            </a:r>
            <a:r>
              <a:rPr/>
              <a:t> </a:t>
            </a:r>
            <a:r>
              <a:rPr/>
              <a:t>top,</a:t>
            </a:r>
            <a:r>
              <a:rPr/>
              <a:t> </a:t>
            </a:r>
            <a:r>
              <a:rPr/>
              <a:t>AR0144</a:t>
            </a:r>
            <a:r>
              <a:rPr/>
              <a:t> </a:t>
            </a:r>
            <a:r>
              <a:rPr/>
              <a:t>USB</a:t>
            </a:r>
            <a:r>
              <a:rPr/>
              <a:t> </a:t>
            </a:r>
            <a:r>
              <a:rPr/>
              <a:t>stereo</a:t>
            </a:r>
            <a:r>
              <a:rPr/>
              <a:t> </a:t>
            </a:r>
            <a:r>
              <a:rPr/>
              <a:t>camera</a:t>
            </a:r>
            <a:r>
              <a:rPr/>
              <a:t> </a:t>
            </a:r>
            <a:r>
              <a:rPr/>
              <a:t>behind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vibration</a:t>
            </a:r>
            <a:r>
              <a:rPr/>
              <a:t> </a:t>
            </a:r>
            <a:r>
              <a:rPr/>
              <a:t>mount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front.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runs</a:t>
            </a:r>
            <a:r>
              <a:rPr/>
              <a:t> </a:t>
            </a:r>
            <a:r>
              <a:rPr/>
              <a:t>perception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autonomy;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Pixhawk</a:t>
            </a:r>
            <a:r>
              <a:rPr/>
              <a:t> </a:t>
            </a:r>
            <a:r>
              <a:rPr/>
              <a:t>handles</a:t>
            </a:r>
            <a:r>
              <a:rPr/>
              <a:t> </a:t>
            </a:r>
            <a:r>
              <a:rPr/>
              <a:t>flight.</a:t>
            </a:r>
            <a:r>
              <a:rPr/>
              <a:t> </a:t>
            </a:r>
            <a:r>
              <a:rPr/>
              <a:t>They</a:t>
            </a:r>
            <a:r>
              <a:rPr/>
              <a:t> </a:t>
            </a:r>
            <a:r>
              <a:rPr/>
              <a:t>talk</a:t>
            </a:r>
            <a:r>
              <a:rPr/>
              <a:t> </a:t>
            </a:r>
            <a:r>
              <a:rPr/>
              <a:t>over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USB-serial</a:t>
            </a:r>
            <a:r>
              <a:rPr/>
              <a:t> </a:t>
            </a:r>
            <a:r>
              <a:rPr/>
              <a:t>MAVLink</a:t>
            </a:r>
            <a:r>
              <a:rPr/>
              <a:t> </a:t>
            </a:r>
            <a:r>
              <a:rPr/>
              <a:t>link.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split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deliberate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ArduPilot’s</a:t>
            </a:r>
            <a:r>
              <a:rPr/>
              <a:t> </a:t>
            </a:r>
            <a:r>
              <a:rPr/>
              <a:t>400</a:t>
            </a:r>
            <a:r>
              <a:rPr/>
              <a:t> </a:t>
            </a:r>
            <a:r>
              <a:rPr/>
              <a:t>Hz</a:t>
            </a:r>
            <a:r>
              <a:rPr/>
              <a:t> </a:t>
            </a:r>
            <a:r>
              <a:rPr/>
              <a:t>control</a:t>
            </a:r>
            <a:r>
              <a:rPr/>
              <a:t> </a:t>
            </a:r>
            <a:r>
              <a:rPr/>
              <a:t>loops</a:t>
            </a:r>
            <a:r>
              <a:rPr/>
              <a:t> </a:t>
            </a:r>
            <a:r>
              <a:rPr/>
              <a:t>aren’t</a:t>
            </a:r>
            <a:r>
              <a:rPr/>
              <a:t> </a:t>
            </a:r>
            <a:r>
              <a:rPr/>
              <a:t>competing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perception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CPU.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separate</a:t>
            </a:r>
            <a:r>
              <a:rPr/>
              <a:t> </a:t>
            </a:r>
            <a:r>
              <a:rPr/>
              <a:t>FC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all?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ArduPilot’s</a:t>
            </a:r>
            <a:r>
              <a:rPr/>
              <a:t> </a:t>
            </a:r>
            <a:r>
              <a:rPr/>
              <a:t>IMU</a:t>
            </a:r>
            <a:r>
              <a:rPr/>
              <a:t> </a:t>
            </a:r>
            <a:r>
              <a:rPr/>
              <a:t>loops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hard</a:t>
            </a:r>
            <a:r>
              <a:rPr/>
              <a:t> </a:t>
            </a:r>
            <a:r>
              <a:rPr/>
              <a:t>real-time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400</a:t>
            </a:r>
            <a:r>
              <a:rPr/>
              <a:t> </a:t>
            </a:r>
            <a:r>
              <a:rPr/>
              <a:t>Hz;</a:t>
            </a:r>
            <a:r>
              <a:rPr/>
              <a:t> </a:t>
            </a:r>
            <a:r>
              <a:rPr/>
              <a:t>can’t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reliably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Linux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real-time</a:t>
            </a:r>
            <a:r>
              <a:rPr/>
              <a:t> </a:t>
            </a:r>
            <a:r>
              <a:rPr/>
              <a:t>kernel</a:t>
            </a:r>
            <a:r>
              <a:rPr/>
              <a:t> </a:t>
            </a:r>
            <a:r>
              <a:rPr/>
              <a:t>patch.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USB-serial</a:t>
            </a:r>
            <a:r>
              <a:rPr/>
              <a:t> </a:t>
            </a:r>
            <a:r>
              <a:rPr/>
              <a:t>rather</a:t>
            </a:r>
            <a:r>
              <a:rPr/>
              <a:t> </a:t>
            </a:r>
            <a:r>
              <a:rPr/>
              <a:t>than</a:t>
            </a:r>
            <a:r>
              <a:rPr/>
              <a:t> </a:t>
            </a:r>
            <a:r>
              <a:rPr/>
              <a:t>UART?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convenience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parity.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>
                <a:latin typeface="Courier"/>
              </a:rPr>
              <a:t>Vehicle</a:t>
            </a:r>
            <a:r>
              <a:rPr/>
              <a:t> </a:t>
            </a:r>
            <a:r>
              <a:rPr/>
              <a:t>class</a:t>
            </a:r>
            <a:r>
              <a:rPr/>
              <a:t> </a:t>
            </a:r>
            <a:r>
              <a:rPr/>
              <a:t>talks</a:t>
            </a:r>
            <a:r>
              <a:rPr/>
              <a:t> </a:t>
            </a:r>
            <a:r>
              <a:rPr/>
              <a:t>UDP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USB-serial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Pixhawk;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URI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only</a:t>
            </a:r>
            <a:r>
              <a:rPr/>
              <a:t> </a:t>
            </a:r>
            <a:r>
              <a:rPr/>
              <a:t>difference.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Jetson?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BOM</a:t>
            </a:r>
            <a:r>
              <a:rPr/>
              <a:t> </a:t>
            </a:r>
            <a:r>
              <a:rPr/>
              <a:t>budget;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Hailo-8</a:t>
            </a:r>
            <a:r>
              <a:rPr/>
              <a:t> </a:t>
            </a:r>
            <a:r>
              <a:rPr/>
              <a:t>makes</a:t>
            </a:r>
            <a:r>
              <a:rPr/>
              <a:t> </a:t>
            </a:r>
            <a:r>
              <a:rPr/>
              <a:t>up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NPU</a:t>
            </a:r>
            <a:r>
              <a:rPr/>
              <a:t> </a:t>
            </a:r>
            <a:r>
              <a:rPr/>
              <a:t>throughput</a:t>
            </a:r>
            <a:r>
              <a:rPr/>
              <a:t> </a:t>
            </a:r>
            <a:r>
              <a:rPr/>
              <a:t>delta</a:t>
            </a:r>
            <a:r>
              <a:rPr/>
              <a:t> </a:t>
            </a:r>
            <a:r>
              <a:rPr/>
              <a:t>against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Jetson</a:t>
            </a:r>
            <a:r>
              <a:rPr/>
              <a:t> </a:t>
            </a:r>
            <a:r>
              <a:rPr/>
              <a:t>Orin</a:t>
            </a:r>
            <a:r>
              <a:rPr/>
              <a:t> </a:t>
            </a:r>
            <a:r>
              <a:rPr/>
              <a:t>Nano’s</a:t>
            </a:r>
            <a:r>
              <a:rPr/>
              <a:t> </a:t>
            </a:r>
            <a:r>
              <a:rPr/>
              <a:t>GPU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much</a:t>
            </a:r>
            <a:r>
              <a:rPr/>
              <a:t> </a:t>
            </a:r>
            <a:r>
              <a:rPr/>
              <a:t>lower</a:t>
            </a:r>
            <a:r>
              <a:rPr/>
              <a:t> </a:t>
            </a:r>
            <a:r>
              <a:rPr/>
              <a:t>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Front</a:t>
            </a:r>
            <a:r>
              <a:rPr/>
              <a:t> </a:t>
            </a:r>
            <a:r>
              <a:rPr/>
              <a:t>view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assembled</a:t>
            </a:r>
            <a:r>
              <a:rPr/>
              <a:t> </a:t>
            </a:r>
            <a:r>
              <a:rPr/>
              <a:t>airframe.</a:t>
            </a:r>
            <a:r>
              <a:rPr/>
              <a:t> </a:t>
            </a:r>
            <a:r>
              <a:rPr/>
              <a:t>945</a:t>
            </a:r>
            <a:r>
              <a:rPr/>
              <a:t> </a:t>
            </a:r>
            <a:r>
              <a:rPr/>
              <a:t>grams</a:t>
            </a:r>
            <a:r>
              <a:rPr/>
              <a:t> </a:t>
            </a:r>
            <a:r>
              <a:rPr/>
              <a:t>all-up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battery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roughly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2.5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thrust-to-weight</a:t>
            </a:r>
            <a:r>
              <a:rPr/>
              <a:t> </a:t>
            </a:r>
            <a:r>
              <a:rPr/>
              <a:t>ratio,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low</a:t>
            </a:r>
            <a:r>
              <a:rPr/>
              <a:t> </a:t>
            </a:r>
            <a:r>
              <a:rPr/>
              <a:t>side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safe</a:t>
            </a:r>
            <a:r>
              <a:rPr/>
              <a:t> </a:t>
            </a:r>
            <a:r>
              <a:rPr/>
              <a:t>band.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structural</a:t>
            </a:r>
            <a:r>
              <a:rPr/>
              <a:t> </a:t>
            </a:r>
            <a:r>
              <a:rPr/>
              <a:t>choice</a:t>
            </a:r>
            <a:r>
              <a:rPr/>
              <a:t> </a:t>
            </a:r>
            <a:r>
              <a:rPr/>
              <a:t>worth</a:t>
            </a:r>
            <a:r>
              <a:rPr/>
              <a:t> </a:t>
            </a:r>
            <a:r>
              <a:rPr/>
              <a:t>pointing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camera</a:t>
            </a:r>
            <a:r>
              <a:rPr/>
              <a:t> </a:t>
            </a:r>
            <a:r>
              <a:rPr/>
              <a:t>mount:</a:t>
            </a:r>
            <a:r>
              <a:rPr/>
              <a:t> </a:t>
            </a:r>
            <a:r>
              <a:rPr/>
              <a:t>rubber</a:t>
            </a:r>
            <a:r>
              <a:rPr/>
              <a:t> </a:t>
            </a:r>
            <a:r>
              <a:rPr/>
              <a:t>grommets</a:t>
            </a:r>
            <a:r>
              <a:rPr/>
              <a:t> </a:t>
            </a:r>
            <a:r>
              <a:rPr/>
              <a:t>between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AR0144</a:t>
            </a:r>
            <a:r>
              <a:rPr/>
              <a:t> </a:t>
            </a:r>
            <a:r>
              <a:rPr/>
              <a:t>bracket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carbon,</a:t>
            </a:r>
            <a:r>
              <a:rPr/>
              <a:t> </a:t>
            </a:r>
            <a:r>
              <a:rPr/>
              <a:t>plastic</a:t>
            </a:r>
            <a:r>
              <a:rPr/>
              <a:t> </a:t>
            </a:r>
            <a:r>
              <a:rPr/>
              <a:t>screws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don’t</a:t>
            </a:r>
            <a:r>
              <a:rPr/>
              <a:t> </a:t>
            </a:r>
            <a:r>
              <a:rPr/>
              <a:t>bridge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damping</a:t>
            </a:r>
            <a:r>
              <a:rPr/>
              <a:t> </a:t>
            </a:r>
            <a:r>
              <a:rPr/>
              <a:t>layer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metal</a:t>
            </a:r>
            <a:r>
              <a:rPr/>
              <a:t> </a:t>
            </a:r>
            <a:r>
              <a:rPr/>
              <a:t>hardpoints.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HAT+</a:t>
            </a:r>
            <a:r>
              <a:rPr/>
              <a:t> </a:t>
            </a:r>
            <a:r>
              <a:rPr/>
              <a:t>stack</a:t>
            </a:r>
            <a:r>
              <a:rPr/>
              <a:t> </a:t>
            </a:r>
            <a:r>
              <a:rPr/>
              <a:t>sits</a:t>
            </a:r>
            <a:r>
              <a:rPr/>
              <a:t> </a:t>
            </a:r>
            <a:r>
              <a:rPr/>
              <a:t>above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3D-printed</a:t>
            </a:r>
            <a:r>
              <a:rPr/>
              <a:t> </a:t>
            </a:r>
            <a:r>
              <a:rPr/>
              <a:t>dual-plate</a:t>
            </a:r>
            <a:r>
              <a:rPr/>
              <a:t> </a:t>
            </a:r>
            <a:r>
              <a:rPr/>
              <a:t>stack.</a:t>
            </a:r>
            <a:r>
              <a:rPr/>
              <a:t> </a:t>
            </a:r>
            <a:r>
              <a:rPr/>
              <a:t>Bottom</a:t>
            </a:r>
            <a:r>
              <a:rPr/>
              <a:t> </a:t>
            </a:r>
            <a:r>
              <a:rPr/>
              <a:t>view</a:t>
            </a:r>
            <a:r>
              <a:rPr/>
              <a:t> </a:t>
            </a:r>
            <a:r>
              <a:rPr/>
              <a:t>(visible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dissertation)</a:t>
            </a:r>
            <a:r>
              <a:rPr/>
              <a:t> </a:t>
            </a:r>
            <a:r>
              <a:rPr/>
              <a:t>shows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vibration</a:t>
            </a:r>
            <a:r>
              <a:rPr/>
              <a:t> </a:t>
            </a:r>
            <a:r>
              <a:rPr/>
              <a:t>isolation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underneath.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heavy?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HAT+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camera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cabling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95</a:t>
            </a:r>
            <a:r>
              <a:rPr/>
              <a:t> </a:t>
            </a:r>
            <a:r>
              <a:rPr/>
              <a:t>g,</a:t>
            </a:r>
            <a:r>
              <a:rPr/>
              <a:t> </a:t>
            </a:r>
            <a:r>
              <a:rPr/>
              <a:t>battery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200</a:t>
            </a:r>
            <a:r>
              <a:rPr/>
              <a:t> </a:t>
            </a:r>
            <a:r>
              <a:rPr/>
              <a:t>g,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rest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airframe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props.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Thrust</a:t>
            </a:r>
            <a:r>
              <a:rPr/>
              <a:t> </a:t>
            </a:r>
            <a:r>
              <a:rPr/>
              <a:t>margin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2.5:1?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within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safe</a:t>
            </a:r>
            <a:r>
              <a:rPr/>
              <a:t> </a:t>
            </a:r>
            <a:r>
              <a:rPr/>
              <a:t>band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autonomous</a:t>
            </a:r>
            <a:r>
              <a:rPr/>
              <a:t> </a:t>
            </a:r>
            <a:r>
              <a:rPr/>
              <a:t>flight;</a:t>
            </a:r>
            <a:r>
              <a:rPr/>
              <a:t> </a:t>
            </a:r>
            <a:r>
              <a:rPr/>
              <a:t>flight-time</a:t>
            </a:r>
            <a:r>
              <a:rPr/>
              <a:t> </a:t>
            </a:r>
            <a:r>
              <a:rPr/>
              <a:t>estimate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3-5</a:t>
            </a:r>
            <a:r>
              <a:rPr/>
              <a:t> </a:t>
            </a:r>
            <a:r>
              <a:rPr/>
              <a:t>minutes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1500</a:t>
            </a:r>
            <a:r>
              <a:rPr/>
              <a:t> </a:t>
            </a:r>
            <a:r>
              <a:rPr/>
              <a:t>mAh</a:t>
            </a:r>
            <a:r>
              <a:rPr/>
              <a:t> </a:t>
            </a:r>
            <a:r>
              <a:rPr/>
              <a:t>pack,</a:t>
            </a:r>
            <a:r>
              <a:rPr/>
              <a:t> </a:t>
            </a:r>
            <a:r>
              <a:rPr/>
              <a:t>which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enough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autonomy</a:t>
            </a:r>
            <a:r>
              <a:rPr/>
              <a:t> </a:t>
            </a:r>
            <a:r>
              <a:rPr/>
              <a:t>demonstrations.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TPU</a:t>
            </a:r>
            <a:r>
              <a:rPr/>
              <a:t> </a:t>
            </a:r>
            <a:r>
              <a:rPr/>
              <a:t>mounts?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designed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TPU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printed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PLA</a:t>
            </a:r>
            <a:r>
              <a:rPr/>
              <a:t> </a:t>
            </a:r>
            <a:r>
              <a:rPr/>
              <a:t>due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filament</a:t>
            </a:r>
            <a:r>
              <a:rPr/>
              <a:t> </a:t>
            </a:r>
            <a:r>
              <a:rPr/>
              <a:t>availability;</a:t>
            </a:r>
            <a:r>
              <a:rPr/>
              <a:t> </a:t>
            </a:r>
            <a:r>
              <a:rPr/>
              <a:t>vibration</a:t>
            </a:r>
            <a:r>
              <a:rPr/>
              <a:t> </a:t>
            </a:r>
            <a:r>
              <a:rPr/>
              <a:t>analysis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backlog</a:t>
            </a:r>
            <a:r>
              <a:rPr/>
              <a:t> </a:t>
            </a:r>
            <a:r>
              <a:rPr/>
              <a:t>once</a:t>
            </a:r>
            <a:r>
              <a:rPr/>
              <a:t> </a:t>
            </a:r>
            <a:r>
              <a:rPr/>
              <a:t>motors</a:t>
            </a:r>
            <a:r>
              <a:rPr/>
              <a:t> </a:t>
            </a:r>
            <a:r>
              <a:rPr/>
              <a:t>spin.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Quick</a:t>
            </a:r>
            <a:r>
              <a:rPr/>
              <a:t> </a:t>
            </a:r>
            <a:r>
              <a:rPr/>
              <a:t>BOM</a:t>
            </a:r>
            <a:r>
              <a:rPr/>
              <a:t> </a:t>
            </a:r>
            <a:r>
              <a:rPr/>
              <a:t>summary.</a:t>
            </a:r>
            <a:r>
              <a:rPr/>
              <a:t> </a:t>
            </a:r>
            <a:r>
              <a:rPr/>
              <a:t>HolyBro</a:t>
            </a:r>
            <a:r>
              <a:rPr/>
              <a:t> </a:t>
            </a:r>
            <a:r>
              <a:rPr/>
              <a:t>QUAV250</a:t>
            </a:r>
            <a:r>
              <a:rPr/>
              <a:t> </a:t>
            </a:r>
            <a:r>
              <a:rPr/>
              <a:t>carbon</a:t>
            </a:r>
            <a:r>
              <a:rPr/>
              <a:t> </a:t>
            </a:r>
            <a:r>
              <a:rPr/>
              <a:t>frame</a:t>
            </a:r>
            <a:r>
              <a:rPr/>
              <a:t> </a:t>
            </a:r>
            <a:r>
              <a:rPr/>
              <a:t>running</a:t>
            </a:r>
            <a:r>
              <a:rPr/>
              <a:t> </a:t>
            </a:r>
            <a:r>
              <a:rPr/>
              <a:t>ArduCopter</a:t>
            </a:r>
            <a:r>
              <a:rPr/>
              <a:t> </a:t>
            </a:r>
            <a:r>
              <a:rPr/>
              <a:t>4.6.3.</a:t>
            </a:r>
            <a:r>
              <a:rPr/>
              <a:t> </a:t>
            </a:r>
            <a:r>
              <a:rPr/>
              <a:t>Total</a:t>
            </a:r>
            <a:r>
              <a:rPr/>
              <a:t> </a:t>
            </a:r>
            <a:r>
              <a:rPr/>
              <a:t>BOM</a:t>
            </a:r>
            <a:r>
              <a:rPr/>
              <a:t> </a:t>
            </a:r>
            <a:r>
              <a:rPr/>
              <a:t>came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£761,</a:t>
            </a:r>
            <a:r>
              <a:rPr/>
              <a:t> </a:t>
            </a:r>
            <a:r>
              <a:rPr/>
              <a:t>well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£1000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question</a:t>
            </a:r>
            <a:r>
              <a:rPr/>
              <a:t> </a:t>
            </a:r>
            <a:r>
              <a:rPr/>
              <a:t>sets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ceiling.</a:t>
            </a:r>
            <a:r>
              <a:rPr/>
              <a:t> </a:t>
            </a:r>
            <a:r>
              <a:rPr/>
              <a:t>Power</a:t>
            </a:r>
            <a:r>
              <a:rPr/>
              <a:t> </a:t>
            </a:r>
            <a:r>
              <a:rPr/>
              <a:t>architecture:</a:t>
            </a:r>
            <a:r>
              <a:rPr/>
              <a:t> </a:t>
            </a:r>
            <a:r>
              <a:rPr/>
              <a:t>4S</a:t>
            </a:r>
            <a:r>
              <a:rPr/>
              <a:t> </a:t>
            </a:r>
            <a:r>
              <a:rPr/>
              <a:t>1500</a:t>
            </a:r>
            <a:r>
              <a:rPr/>
              <a:t> </a:t>
            </a:r>
            <a:r>
              <a:rPr/>
              <a:t>mAh</a:t>
            </a:r>
            <a:r>
              <a:rPr/>
              <a:t> </a:t>
            </a:r>
            <a:r>
              <a:rPr/>
              <a:t>LiPo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UBEC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drops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V</a:t>
            </a:r>
            <a:r>
              <a:rPr/>
              <a:t> </a:t>
            </a:r>
            <a:r>
              <a:rPr/>
              <a:t>USB-C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isolates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Pi’s</a:t>
            </a:r>
            <a:r>
              <a:rPr/>
              <a:t> </a:t>
            </a:r>
            <a:r>
              <a:rPr/>
              <a:t>supply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motor-current</a:t>
            </a:r>
            <a:r>
              <a:rPr/>
              <a:t> </a:t>
            </a:r>
            <a:r>
              <a:rPr/>
              <a:t>switching</a:t>
            </a:r>
            <a:r>
              <a:rPr/>
              <a:t> </a:t>
            </a:r>
            <a:r>
              <a:rPr/>
              <a:t>noise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main</a:t>
            </a:r>
            <a:r>
              <a:rPr/>
              <a:t> </a:t>
            </a:r>
            <a:r>
              <a:rPr/>
              <a:t>rail.</a:t>
            </a:r>
            <a:r>
              <a:rPr/>
              <a:t> </a:t>
            </a:r>
            <a:r>
              <a:rPr/>
              <a:t>Compute</a:t>
            </a:r>
            <a:r>
              <a:rPr/>
              <a:t> </a:t>
            </a:r>
            <a:r>
              <a:rPr/>
              <a:t>stack: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5,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HAT+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NPU,</a:t>
            </a:r>
            <a:r>
              <a:rPr/>
              <a:t> </a:t>
            </a:r>
            <a:r>
              <a:rPr/>
              <a:t>AR0144</a:t>
            </a:r>
            <a:r>
              <a:rPr/>
              <a:t> </a:t>
            </a:r>
            <a:r>
              <a:rPr/>
              <a:t>stereo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vision,</a:t>
            </a:r>
            <a:r>
              <a:rPr/>
              <a:t> </a:t>
            </a:r>
            <a:r>
              <a:rPr/>
              <a:t>SiK</a:t>
            </a:r>
            <a:r>
              <a:rPr/>
              <a:t> </a:t>
            </a:r>
            <a:r>
              <a:rPr/>
              <a:t>433</a:t>
            </a:r>
            <a:r>
              <a:rPr/>
              <a:t> </a:t>
            </a:r>
            <a:r>
              <a:rPr/>
              <a:t>MHz</a:t>
            </a:r>
            <a:r>
              <a:rPr/>
              <a:t> </a:t>
            </a:r>
            <a:r>
              <a:rPr/>
              <a:t>radio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ground-station</a:t>
            </a:r>
            <a:r>
              <a:rPr/>
              <a:t> </a:t>
            </a:r>
            <a:r>
              <a:rPr/>
              <a:t>telemetry.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ArduPilot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PX4?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ArduPilot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stronger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tooling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permissive</a:t>
            </a:r>
            <a:r>
              <a:rPr/>
              <a:t> </a:t>
            </a:r>
            <a:r>
              <a:rPr/>
              <a:t>companion-computer</a:t>
            </a:r>
            <a:r>
              <a:rPr/>
              <a:t> </a:t>
            </a:r>
            <a:r>
              <a:rPr/>
              <a:t>story</a:t>
            </a:r>
            <a:r>
              <a:rPr/>
              <a:t> </a:t>
            </a:r>
            <a:r>
              <a:rPr/>
              <a:t>(MAVLink</a:t>
            </a:r>
            <a:r>
              <a:rPr/>
              <a:t> </a:t>
            </a:r>
            <a:r>
              <a:rPr/>
              <a:t>streams,</a:t>
            </a:r>
            <a:r>
              <a:rPr/>
              <a:t> </a:t>
            </a:r>
            <a:r>
              <a:rPr/>
              <a:t>mission</a:t>
            </a:r>
            <a:r>
              <a:rPr/>
              <a:t> </a:t>
            </a:r>
            <a:r>
              <a:rPr/>
              <a:t>file</a:t>
            </a:r>
            <a:r>
              <a:rPr/>
              <a:t> </a:t>
            </a:r>
            <a:r>
              <a:rPr/>
              <a:t>format,</a:t>
            </a:r>
            <a:r>
              <a:rPr/>
              <a:t> </a:t>
            </a:r>
            <a:r>
              <a:rPr/>
              <a:t>parameter</a:t>
            </a:r>
            <a:r>
              <a:rPr/>
              <a:t> </a:t>
            </a:r>
            <a:r>
              <a:rPr/>
              <a:t>API).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4S?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14.8</a:t>
            </a:r>
            <a:r>
              <a:rPr/>
              <a:t> </a:t>
            </a:r>
            <a:r>
              <a:rPr/>
              <a:t>V</a:t>
            </a:r>
            <a:r>
              <a:rPr/>
              <a:t> </a:t>
            </a:r>
            <a:r>
              <a:rPr/>
              <a:t>nominal</a:t>
            </a:r>
            <a:r>
              <a:rPr/>
              <a:t> </a:t>
            </a:r>
            <a:r>
              <a:rPr/>
              <a:t>gives</a:t>
            </a:r>
            <a:r>
              <a:rPr/>
              <a:t> </a:t>
            </a:r>
            <a:r>
              <a:rPr/>
              <a:t>enough</a:t>
            </a:r>
            <a:r>
              <a:rPr/>
              <a:t> </a:t>
            </a:r>
            <a:r>
              <a:rPr/>
              <a:t>current</a:t>
            </a:r>
            <a:r>
              <a:rPr/>
              <a:t> </a:t>
            </a:r>
            <a:r>
              <a:rPr/>
              <a:t>headroom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motors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945</a:t>
            </a:r>
            <a:r>
              <a:rPr/>
              <a:t> </a:t>
            </a:r>
            <a:r>
              <a:rPr/>
              <a:t>g;</a:t>
            </a:r>
            <a:r>
              <a:rPr/>
              <a:t> </a:t>
            </a:r>
            <a:r>
              <a:rPr/>
              <a:t>3S</a:t>
            </a:r>
            <a:r>
              <a:rPr/>
              <a:t> </a:t>
            </a:r>
            <a:r>
              <a:rPr/>
              <a:t>would</a:t>
            </a:r>
            <a:r>
              <a:rPr/>
              <a:t> </a:t>
            </a:r>
            <a:r>
              <a:rPr/>
              <a:t>be</a:t>
            </a:r>
            <a:r>
              <a:rPr/>
              <a:t> </a:t>
            </a:r>
            <a:r>
              <a:rPr/>
              <a:t>marginal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sustained</a:t>
            </a:r>
            <a:r>
              <a:rPr/>
              <a:t> </a:t>
            </a:r>
            <a:r>
              <a:rPr/>
              <a:t>climbs.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UBEC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Pixhawk’s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V</a:t>
            </a:r>
            <a:r>
              <a:rPr/>
              <a:t> </a:t>
            </a:r>
            <a:r>
              <a:rPr/>
              <a:t>rail?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pulls</a:t>
            </a:r>
            <a:r>
              <a:rPr/>
              <a:t> </a:t>
            </a:r>
            <a:r>
              <a:rPr/>
              <a:t>3-5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peak;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FC’s</a:t>
            </a:r>
            <a:r>
              <a:rPr/>
              <a:t> </a:t>
            </a:r>
            <a:r>
              <a:rPr/>
              <a:t>regulated</a:t>
            </a:r>
            <a:r>
              <a:rPr/>
              <a:t> </a:t>
            </a:r>
            <a:r>
              <a:rPr/>
              <a:t>rail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sized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avionics,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companion</a:t>
            </a:r>
            <a:r>
              <a:rPr/>
              <a:t> </a:t>
            </a:r>
            <a:r>
              <a:rPr/>
              <a:t>compute.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BOM</a:t>
            </a:r>
            <a:r>
              <a:rPr/>
              <a:t> </a:t>
            </a:r>
            <a:r>
              <a:rPr/>
              <a:t>breakdown?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yes,</a:t>
            </a:r>
            <a:r>
              <a:rPr/>
              <a:t> </a:t>
            </a:r>
            <a:r>
              <a:rPr/>
              <a:t>Appendix</a:t>
            </a:r>
            <a:r>
              <a:rPr/>
              <a:t> </a:t>
            </a:r>
            <a:r>
              <a:rPr/>
              <a:t>B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line-item</a:t>
            </a:r>
            <a:r>
              <a:rPr/>
              <a:t> </a:t>
            </a:r>
            <a:r>
              <a:rPr/>
              <a:t>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Perception</a:t>
            </a:r>
            <a:r>
              <a:rPr/>
              <a:t> </a:t>
            </a:r>
            <a:r>
              <a:rPr/>
              <a:t>loop.</a:t>
            </a:r>
            <a:r>
              <a:rPr/>
              <a:t> </a:t>
            </a:r>
            <a:r>
              <a:rPr/>
              <a:t>AR0144</a:t>
            </a:r>
            <a:r>
              <a:rPr/>
              <a:t> </a:t>
            </a:r>
            <a:r>
              <a:rPr/>
              <a:t>captures</a:t>
            </a:r>
            <a:r>
              <a:rPr/>
              <a:t> </a:t>
            </a:r>
            <a:r>
              <a:rPr/>
              <a:t>side-by-side</a:t>
            </a:r>
            <a:r>
              <a:rPr/>
              <a:t> </a:t>
            </a:r>
            <a:r>
              <a:rPr/>
              <a:t>stereo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2560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720</a:t>
            </a:r>
            <a:r>
              <a:rPr/>
              <a:t> </a:t>
            </a:r>
            <a:r>
              <a:rPr/>
              <a:t>MJPEG,</a:t>
            </a:r>
            <a:r>
              <a:rPr/>
              <a:t> </a:t>
            </a:r>
            <a:r>
              <a:rPr/>
              <a:t>capped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13</a:t>
            </a:r>
            <a:r>
              <a:rPr/>
              <a:t> </a:t>
            </a:r>
            <a:r>
              <a:rPr/>
              <a:t>fps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camera’s</a:t>
            </a:r>
            <a:r>
              <a:rPr/>
              <a:t> </a:t>
            </a:r>
            <a:r>
              <a:rPr/>
              <a:t>USB</a:t>
            </a:r>
            <a:r>
              <a:rPr/>
              <a:t> </a:t>
            </a:r>
            <a:r>
              <a:rPr/>
              <a:t>2.0</a:t>
            </a:r>
            <a:r>
              <a:rPr/>
              <a:t> </a:t>
            </a:r>
            <a:r>
              <a:rPr/>
              <a:t>controller.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split,</a:t>
            </a:r>
            <a:r>
              <a:rPr/>
              <a:t> </a:t>
            </a:r>
            <a:r>
              <a:rPr/>
              <a:t>rectify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calibration</a:t>
            </a:r>
            <a:r>
              <a:rPr/>
              <a:t> </a:t>
            </a:r>
            <a:r>
              <a:rPr/>
              <a:t>maps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cal-4,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OpenCV</a:t>
            </a:r>
            <a:r>
              <a:rPr/>
              <a:t> </a:t>
            </a:r>
            <a:r>
              <a:rPr/>
              <a:t>SGBM</a:t>
            </a:r>
            <a:r>
              <a:rPr/>
              <a:t> </a:t>
            </a:r>
            <a:r>
              <a:rPr/>
              <a:t>disparity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half</a:t>
            </a:r>
            <a:r>
              <a:rPr/>
              <a:t> </a:t>
            </a:r>
            <a:r>
              <a:rPr/>
              <a:t>resolution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keep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80</a:t>
            </a:r>
            <a:r>
              <a:rPr/>
              <a:t> </a:t>
            </a:r>
            <a:r>
              <a:rPr/>
              <a:t>milliseconds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CPU.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parallel,</a:t>
            </a:r>
            <a:r>
              <a:rPr/>
              <a:t> </a:t>
            </a:r>
            <a:r>
              <a:rPr/>
              <a:t>YOLOv8n</a:t>
            </a:r>
            <a:r>
              <a:rPr/>
              <a:t> </a:t>
            </a:r>
            <a:r>
              <a:rPr/>
              <a:t>runs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Hailo-8</a:t>
            </a:r>
            <a:r>
              <a:rPr/>
              <a:t> </a:t>
            </a:r>
            <a:r>
              <a:rPr/>
              <a:t>NPU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18.5</a:t>
            </a:r>
            <a:r>
              <a:rPr/>
              <a:t> </a:t>
            </a:r>
            <a:r>
              <a:rPr/>
              <a:t>milliseconds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frame</a:t>
            </a:r>
            <a:r>
              <a:rPr/>
              <a:t> </a:t>
            </a:r>
            <a:r>
              <a:rPr/>
              <a:t>end-to-end</a:t>
            </a:r>
            <a:r>
              <a:rPr/>
              <a:t> </a:t>
            </a:r>
            <a:r>
              <a:rPr/>
              <a:t>including</a:t>
            </a:r>
            <a:r>
              <a:rPr/>
              <a:t> </a:t>
            </a:r>
            <a:r>
              <a:rPr/>
              <a:t>HailoRT</a:t>
            </a:r>
            <a:r>
              <a:rPr/>
              <a:t> </a:t>
            </a:r>
            <a:r>
              <a:rPr/>
              <a:t>overhead.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fuse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detection</a:t>
            </a:r>
            <a:r>
              <a:rPr/>
              <a:t> </a:t>
            </a:r>
            <a:r>
              <a:rPr/>
              <a:t>bounding-box</a:t>
            </a:r>
            <a:r>
              <a:rPr/>
              <a:t> </a:t>
            </a:r>
            <a:r>
              <a:rPr/>
              <a:t>centroid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median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5-by-5</a:t>
            </a:r>
            <a:r>
              <a:rPr/>
              <a:t> </a:t>
            </a:r>
            <a:r>
              <a:rPr/>
              <a:t>patch</a:t>
            </a:r>
            <a:r>
              <a:rPr/>
              <a:t> </a:t>
            </a:r>
            <a:r>
              <a:rPr/>
              <a:t>lookup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depth</a:t>
            </a:r>
            <a:r>
              <a:rPr/>
              <a:t> </a:t>
            </a:r>
            <a:r>
              <a:rPr/>
              <a:t>map.</a:t>
            </a:r>
            <a:r>
              <a:rPr/>
              <a:t> </a:t>
            </a:r>
            <a:r>
              <a:rPr/>
              <a:t>End-to-end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loop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138</a:t>
            </a:r>
            <a:r>
              <a:rPr/>
              <a:t> </a:t>
            </a:r>
            <a:r>
              <a:rPr/>
              <a:t>milliseconds,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6.8</a:t>
            </a:r>
            <a:r>
              <a:rPr/>
              <a:t> </a:t>
            </a:r>
            <a:r>
              <a:rPr/>
              <a:t>fps.</a:t>
            </a:r>
            <a:r>
              <a:rPr/>
              <a:t> </a:t>
            </a:r>
            <a:r>
              <a:rPr/>
              <a:t>NFR1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set</a:t>
            </a:r>
            <a:r>
              <a:rPr/>
              <a:t> </a:t>
            </a:r>
            <a:r>
              <a:rPr/>
              <a:t>250</a:t>
            </a:r>
            <a:r>
              <a:rPr/>
              <a:t> </a:t>
            </a:r>
            <a:r>
              <a:rPr/>
              <a:t>milliseconds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target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we’re</a:t>
            </a:r>
            <a:r>
              <a:rPr/>
              <a:t> </a:t>
            </a:r>
            <a:r>
              <a:rPr/>
              <a:t>well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it.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YOLOv8n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v8s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v8m?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n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fits</a:t>
            </a:r>
            <a:r>
              <a:rPr/>
              <a:t> </a:t>
            </a:r>
            <a:r>
              <a:rPr/>
              <a:t>cleanly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Hailo-8</a:t>
            </a:r>
            <a:r>
              <a:rPr/>
              <a:t> </a:t>
            </a:r>
            <a:r>
              <a:rPr/>
              <a:t>SRAM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hits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latency</a:t>
            </a:r>
            <a:r>
              <a:rPr/>
              <a:t> </a:t>
            </a:r>
            <a:r>
              <a:rPr/>
              <a:t>target;</a:t>
            </a:r>
            <a:r>
              <a:rPr/>
              <a:t> </a:t>
            </a:r>
            <a:r>
              <a:rPr/>
              <a:t>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m</a:t>
            </a:r>
            <a:r>
              <a:rPr/>
              <a:t> </a:t>
            </a:r>
            <a:r>
              <a:rPr/>
              <a:t>broke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loop</a:t>
            </a:r>
            <a:r>
              <a:rPr/>
              <a:t> </a:t>
            </a:r>
            <a:r>
              <a:rPr/>
              <a:t>budget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bench</a:t>
            </a:r>
            <a:r>
              <a:rPr/>
              <a:t> </a:t>
            </a:r>
            <a:r>
              <a:rPr/>
              <a:t>tests.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half-resolution</a:t>
            </a:r>
            <a:r>
              <a:rPr/>
              <a:t> </a:t>
            </a:r>
            <a:r>
              <a:rPr/>
              <a:t>SGBM?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full-res</a:t>
            </a:r>
            <a:r>
              <a:rPr/>
              <a:t> </a:t>
            </a:r>
            <a:r>
              <a:rPr/>
              <a:t>saturates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CPU;</a:t>
            </a:r>
            <a:r>
              <a:rPr/>
              <a:t> </a:t>
            </a:r>
            <a:r>
              <a:rPr/>
              <a:t>half-res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pre-emptive</a:t>
            </a:r>
            <a:r>
              <a:rPr/>
              <a:t> </a:t>
            </a:r>
            <a:r>
              <a:rPr/>
              <a:t>optimisation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perception-backlog</a:t>
            </a:r>
            <a:r>
              <a:rPr/>
              <a:t> </a:t>
            </a:r>
            <a:r>
              <a:rPr/>
              <a:t>analysis.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further</a:t>
            </a:r>
            <a:r>
              <a:rPr/>
              <a:t> </a:t>
            </a:r>
            <a:r>
              <a:rPr/>
              <a:t>optimisations</a:t>
            </a:r>
            <a:r>
              <a:rPr/>
              <a:t> </a:t>
            </a:r>
            <a:r>
              <a:rPr/>
              <a:t>(ROI-only</a:t>
            </a:r>
            <a:r>
              <a:rPr/>
              <a:t> </a:t>
            </a:r>
            <a:r>
              <a:rPr/>
              <a:t>SGBM,</a:t>
            </a:r>
            <a:r>
              <a:rPr/>
              <a:t> </a:t>
            </a:r>
            <a:r>
              <a:rPr/>
              <a:t>YOLO-conditional</a:t>
            </a:r>
            <a:r>
              <a:rPr/>
              <a:t> </a:t>
            </a:r>
            <a:r>
              <a:rPr/>
              <a:t>depth)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queued.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GPU-rendered</a:t>
            </a:r>
            <a:r>
              <a:rPr/>
              <a:t> </a:t>
            </a:r>
            <a:r>
              <a:rPr/>
              <a:t>depth?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GPU</a:t>
            </a:r>
            <a:r>
              <a:rPr/>
              <a:t> </a:t>
            </a:r>
            <a:r>
              <a:rPr/>
              <a:t>isn’t</a:t>
            </a:r>
            <a:r>
              <a:rPr/>
              <a:t> </a:t>
            </a:r>
            <a:r>
              <a:rPr/>
              <a:t>accessible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OpenCV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significant</a:t>
            </a:r>
            <a:r>
              <a:rPr/>
              <a:t> </a:t>
            </a:r>
            <a:r>
              <a:rPr/>
              <a:t>plumbing;</a:t>
            </a:r>
            <a:r>
              <a:rPr/>
              <a:t> </a:t>
            </a:r>
            <a:r>
              <a:rPr/>
              <a:t>CPU</a:t>
            </a:r>
            <a:r>
              <a:rPr/>
              <a:t> </a:t>
            </a:r>
            <a:r>
              <a:rPr/>
              <a:t>SGBM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good</a:t>
            </a:r>
            <a:r>
              <a:rPr/>
              <a:t> </a:t>
            </a:r>
            <a:r>
              <a:rPr/>
              <a:t>enough.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median-of-5x5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single-pixel?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single-pixel</a:t>
            </a:r>
            <a:r>
              <a:rPr/>
              <a:t> </a:t>
            </a:r>
            <a:r>
              <a:rPr/>
              <a:t>depth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too</a:t>
            </a:r>
            <a:r>
              <a:rPr/>
              <a:t> </a:t>
            </a:r>
            <a:r>
              <a:rPr/>
              <a:t>noisy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textureless</a:t>
            </a:r>
            <a:r>
              <a:rPr/>
              <a:t> </a:t>
            </a:r>
            <a:r>
              <a:rPr/>
              <a:t>surfaces;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5x5</a:t>
            </a:r>
            <a:r>
              <a:rPr/>
              <a:t> </a:t>
            </a:r>
            <a:r>
              <a:rPr/>
              <a:t>median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smallest</a:t>
            </a:r>
            <a:r>
              <a:rPr/>
              <a:t> </a:t>
            </a:r>
            <a:r>
              <a:rPr/>
              <a:t>patch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produced</a:t>
            </a:r>
            <a:r>
              <a:rPr/>
              <a:t> </a:t>
            </a:r>
            <a:r>
              <a:rPr/>
              <a:t>stable</a:t>
            </a:r>
            <a:r>
              <a:rPr/>
              <a:t> </a:t>
            </a:r>
            <a:r>
              <a:rPr/>
              <a:t>readings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calibration</a:t>
            </a:r>
            <a:r>
              <a:rPr/>
              <a:t> </a:t>
            </a:r>
            <a:r>
              <a:rPr/>
              <a:t>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2026-05-18</a:t>
            </a:r>
            <a:r>
              <a:rPr/>
              <a:t> </a:t>
            </a:r>
            <a:r>
              <a:rPr/>
              <a:t>handheld</a:t>
            </a:r>
            <a:r>
              <a:rPr/>
              <a:t> </a:t>
            </a:r>
            <a:r>
              <a:rPr/>
              <a:t>walkaround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airframe-mounted</a:t>
            </a:r>
            <a:r>
              <a:rPr/>
              <a:t> </a:t>
            </a:r>
            <a:r>
              <a:rPr/>
              <a:t>Pi.</a:t>
            </a:r>
            <a:r>
              <a:rPr/>
              <a:t> </a:t>
            </a:r>
            <a:r>
              <a:rPr/>
              <a:t>Left</a:t>
            </a:r>
            <a:r>
              <a:rPr/>
              <a:t> </a:t>
            </a:r>
            <a:r>
              <a:rPr/>
              <a:t>panel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rectified</a:t>
            </a:r>
            <a:r>
              <a:rPr/>
              <a:t> </a:t>
            </a:r>
            <a:r>
              <a:rPr/>
              <a:t>frame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YOLO</a:t>
            </a:r>
            <a:r>
              <a:rPr/>
              <a:t> </a:t>
            </a:r>
            <a:r>
              <a:rPr/>
              <a:t>boxes</a:t>
            </a:r>
            <a:r>
              <a:rPr/>
              <a:t> </a:t>
            </a:r>
            <a:r>
              <a:rPr/>
              <a:t>annotated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depth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person</a:t>
            </a:r>
            <a:r>
              <a:rPr/>
              <a:t> </a:t>
            </a:r>
            <a:r>
              <a:rPr/>
              <a:t>there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0.91</a:t>
            </a:r>
            <a:r>
              <a:rPr/>
              <a:t> </a:t>
            </a:r>
            <a:r>
              <a:rPr/>
              <a:t>metres.</a:t>
            </a:r>
            <a:r>
              <a:rPr/>
              <a:t> </a:t>
            </a:r>
            <a:r>
              <a:rPr/>
              <a:t>Right</a:t>
            </a:r>
            <a:r>
              <a:rPr/>
              <a:t> </a:t>
            </a:r>
            <a:r>
              <a:rPr/>
              <a:t>panel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colourised</a:t>
            </a:r>
            <a:r>
              <a:rPr/>
              <a:t> </a:t>
            </a:r>
            <a:r>
              <a:rPr/>
              <a:t>SGBM</a:t>
            </a:r>
            <a:r>
              <a:rPr/>
              <a:t> </a:t>
            </a:r>
            <a:r>
              <a:rPr/>
              <a:t>heatmap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depth</a:t>
            </a:r>
            <a:r>
              <a:rPr/>
              <a:t> </a:t>
            </a:r>
            <a:r>
              <a:rPr/>
              <a:t>pipeline;</a:t>
            </a:r>
            <a:r>
              <a:rPr/>
              <a:t> </a:t>
            </a:r>
            <a:r>
              <a:rPr/>
              <a:t>warmer</a:t>
            </a:r>
            <a:r>
              <a:rPr/>
              <a:t> </a:t>
            </a:r>
            <a:r>
              <a:rPr/>
              <a:t>colours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closer.</a:t>
            </a:r>
            <a:r>
              <a:rPr/>
              <a:t> </a:t>
            </a:r>
            <a:r>
              <a:rPr/>
              <a:t>Both</a:t>
            </a:r>
            <a:r>
              <a:rPr/>
              <a:t> </a:t>
            </a:r>
            <a:r>
              <a:rPr/>
              <a:t>come</a:t>
            </a:r>
            <a:r>
              <a:rPr/>
              <a:t> </a:t>
            </a:r>
            <a:r>
              <a:rPr/>
              <a:t>out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6.8</a:t>
            </a:r>
            <a:r>
              <a:rPr/>
              <a:t> </a:t>
            </a:r>
            <a:r>
              <a:rPr/>
              <a:t>Hz</a:t>
            </a:r>
            <a:r>
              <a:rPr/>
              <a:t> </a:t>
            </a:r>
            <a:r>
              <a:rPr/>
              <a:t>loop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hardware,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desk</a:t>
            </a:r>
            <a:r>
              <a:rPr/>
              <a:t> </a:t>
            </a:r>
            <a:r>
              <a:rPr/>
              <a:t>bench.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Which</a:t>
            </a:r>
            <a:r>
              <a:rPr/>
              <a:t> </a:t>
            </a:r>
            <a:r>
              <a:rPr/>
              <a:t>classes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detect?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COCO-80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YOLOv8n</a:t>
            </a:r>
            <a:r>
              <a:rPr/>
              <a:t> </a:t>
            </a:r>
            <a:r>
              <a:rPr/>
              <a:t>weights.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3:34</a:t>
            </a:r>
            <a:r>
              <a:rPr/>
              <a:t> </a:t>
            </a:r>
            <a:r>
              <a:rPr/>
              <a:t>minute</a:t>
            </a:r>
            <a:r>
              <a:rPr/>
              <a:t> </a:t>
            </a:r>
            <a:r>
              <a:rPr/>
              <a:t>walkaround,</a:t>
            </a:r>
            <a:r>
              <a:rPr/>
              <a:t> </a:t>
            </a:r>
            <a:r>
              <a:rPr/>
              <a:t>14</a:t>
            </a:r>
            <a:r>
              <a:rPr/>
              <a:t> </a:t>
            </a:r>
            <a:r>
              <a:rPr/>
              <a:t>distinct</a:t>
            </a:r>
            <a:r>
              <a:rPr/>
              <a:t> </a:t>
            </a:r>
            <a:r>
              <a:rPr/>
              <a:t>classes</a:t>
            </a:r>
            <a:r>
              <a:rPr/>
              <a:t> </a:t>
            </a:r>
            <a:r>
              <a:rPr/>
              <a:t>fired</a:t>
            </a:r>
            <a:r>
              <a:rPr/>
              <a:t> </a:t>
            </a:r>
            <a:r>
              <a:rPr/>
              <a:t>(person,</a:t>
            </a:r>
            <a:r>
              <a:rPr/>
              <a:t> </a:t>
            </a:r>
            <a:r>
              <a:rPr/>
              <a:t>chair,</a:t>
            </a:r>
            <a:r>
              <a:rPr/>
              <a:t> </a:t>
            </a:r>
            <a:r>
              <a:rPr/>
              <a:t>laptop,</a:t>
            </a:r>
            <a:r>
              <a:rPr/>
              <a:t> </a:t>
            </a:r>
            <a:r>
              <a:rPr/>
              <a:t>bottle,</a:t>
            </a:r>
            <a:r>
              <a:rPr/>
              <a:t> </a:t>
            </a:r>
            <a:r>
              <a:rPr/>
              <a:t>monitor,</a:t>
            </a:r>
            <a:r>
              <a:rPr/>
              <a:t> </a:t>
            </a:r>
            <a:r>
              <a:rPr/>
              <a:t>etc.).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Depth</a:t>
            </a:r>
            <a:r>
              <a:rPr/>
              <a:t> </a:t>
            </a:r>
            <a:r>
              <a:rPr/>
              <a:t>accuracy?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calibrated</a:t>
            </a:r>
            <a:r>
              <a:rPr/>
              <a:t> </a:t>
            </a:r>
            <a:r>
              <a:rPr/>
              <a:t>band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0.3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1.5</a:t>
            </a:r>
            <a:r>
              <a:rPr/>
              <a:t> </a:t>
            </a:r>
            <a:r>
              <a:rPr/>
              <a:t>metres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51.92</a:t>
            </a:r>
            <a:r>
              <a:rPr/>
              <a:t> </a:t>
            </a:r>
            <a:r>
              <a:rPr/>
              <a:t>mm</a:t>
            </a:r>
            <a:r>
              <a:rPr/>
              <a:t> </a:t>
            </a:r>
            <a:r>
              <a:rPr/>
              <a:t>baseline;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matches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indoor</a:t>
            </a:r>
            <a:r>
              <a:rPr/>
              <a:t> </a:t>
            </a:r>
            <a:r>
              <a:rPr/>
              <a:t>mission</a:t>
            </a:r>
            <a:r>
              <a:rPr/>
              <a:t> </a:t>
            </a:r>
            <a:r>
              <a:rPr/>
              <a:t>profile.</a:t>
            </a:r>
            <a:r>
              <a:rPr/>
              <a:t> </a:t>
            </a:r>
            <a:r>
              <a:rPr/>
              <a:t>Beyond</a:t>
            </a:r>
            <a:r>
              <a:rPr/>
              <a:t> </a:t>
            </a:r>
            <a:r>
              <a:rPr/>
              <a:t>1.5</a:t>
            </a:r>
            <a:r>
              <a:rPr/>
              <a:t> </a:t>
            </a:r>
            <a:r>
              <a:rPr/>
              <a:t>m</a:t>
            </a:r>
            <a:r>
              <a:rPr/>
              <a:t> </a:t>
            </a:r>
            <a:r>
              <a:rPr/>
              <a:t>disparity</a:t>
            </a:r>
            <a:r>
              <a:rPr/>
              <a:t> </a:t>
            </a:r>
            <a:r>
              <a:rPr/>
              <a:t>quantisation</a:t>
            </a:r>
            <a:r>
              <a:rPr/>
              <a:t> </a:t>
            </a:r>
            <a:r>
              <a:rPr/>
              <a:t>degrades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reading.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What’s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bright</a:t>
            </a:r>
            <a:r>
              <a:rPr/>
              <a:t> </a:t>
            </a:r>
            <a:r>
              <a:rPr/>
              <a:t>orange?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SGBM</a:t>
            </a:r>
            <a:r>
              <a:rPr/>
              <a:t> </a:t>
            </a:r>
            <a:r>
              <a:rPr/>
              <a:t>didn’t</a:t>
            </a:r>
            <a:r>
              <a:rPr/>
              <a:t> </a:t>
            </a:r>
            <a:r>
              <a:rPr/>
              <a:t>get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confident</a:t>
            </a:r>
            <a:r>
              <a:rPr/>
              <a:t> </a:t>
            </a:r>
            <a:r>
              <a:rPr/>
              <a:t>match</a:t>
            </a:r>
            <a:r>
              <a:rPr/>
              <a:t> </a:t>
            </a:r>
            <a:r>
              <a:rPr/>
              <a:t>(low-texture</a:t>
            </a:r>
            <a:r>
              <a:rPr/>
              <a:t> </a:t>
            </a:r>
            <a:r>
              <a:rPr/>
              <a:t>wall);</a:t>
            </a:r>
            <a:r>
              <a:rPr/>
              <a:t> </a:t>
            </a:r>
            <a:r>
              <a:rPr/>
              <a:t>falls</a:t>
            </a:r>
            <a:r>
              <a:rPr/>
              <a:t> </a:t>
            </a:r>
            <a:r>
              <a:rPr/>
              <a:t>back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“</a:t>
            </a:r>
            <a:r>
              <a:rPr/>
              <a:t>uninformative</a:t>
            </a:r>
            <a:r>
              <a:rPr/>
              <a:t>”</a:t>
            </a:r>
            <a:r>
              <a:rPr/>
              <a:t> </a:t>
            </a:r>
            <a:r>
              <a:rPr/>
              <a:t>colour.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planner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ignore</a:t>
            </a:r>
            <a:r>
              <a:rPr/>
              <a:t> </a:t>
            </a:r>
            <a:r>
              <a:rPr/>
              <a:t>those</a:t>
            </a:r>
            <a:r>
              <a:rPr/>
              <a:t> </a:t>
            </a:r>
            <a:r>
              <a:rPr/>
              <a:t>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NPU</a:t>
            </a:r>
            <a:r>
              <a:rPr/>
              <a:t> </a:t>
            </a:r>
            <a:r>
              <a:rPr/>
              <a:t>selection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decision,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foregone</a:t>
            </a:r>
            <a:r>
              <a:rPr/>
              <a:t> </a:t>
            </a:r>
            <a:r>
              <a:rPr/>
              <a:t>one.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candidate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HATs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Raspberry</a:t>
            </a:r>
            <a:r>
              <a:rPr/>
              <a:t> </a:t>
            </a:r>
            <a:r>
              <a:rPr/>
              <a:t>Pi:</a:t>
            </a:r>
            <a:r>
              <a:rPr/>
              <a:t> </a:t>
            </a:r>
            <a:r>
              <a:rPr/>
              <a:t>Hailo-8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26</a:t>
            </a:r>
            <a:r>
              <a:rPr/>
              <a:t> </a:t>
            </a:r>
            <a:r>
              <a:rPr/>
              <a:t>TOPS</a:t>
            </a:r>
            <a:r>
              <a:rPr/>
              <a:t> </a:t>
            </a:r>
            <a:r>
              <a:rPr/>
              <a:t>INT8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older</a:t>
            </a:r>
            <a:r>
              <a:rPr/>
              <a:t> </a:t>
            </a:r>
            <a:r>
              <a:rPr/>
              <a:t>HAT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Hailo-10H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40</a:t>
            </a:r>
            <a:r>
              <a:rPr/>
              <a:t> </a:t>
            </a:r>
            <a:r>
              <a:rPr/>
              <a:t>TOPS</a:t>
            </a:r>
            <a:r>
              <a:rPr/>
              <a:t> </a:t>
            </a:r>
            <a:r>
              <a:rPr/>
              <a:t>INT4,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newer</a:t>
            </a:r>
            <a:r>
              <a:rPr/>
              <a:t> </a:t>
            </a:r>
            <a:r>
              <a:rPr/>
              <a:t>one.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spec</a:t>
            </a:r>
            <a:r>
              <a:rPr/>
              <a:t> </a:t>
            </a:r>
            <a:r>
              <a:rPr/>
              <a:t>sheets,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10H</a:t>
            </a:r>
            <a:r>
              <a:rPr/>
              <a:t> </a:t>
            </a:r>
            <a:r>
              <a:rPr/>
              <a:t>wins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raw</a:t>
            </a:r>
            <a:r>
              <a:rPr/>
              <a:t> </a:t>
            </a:r>
            <a:r>
              <a:rPr/>
              <a:t>throughput.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TOPS</a:t>
            </a:r>
            <a:r>
              <a:rPr/>
              <a:t> </a:t>
            </a:r>
            <a:r>
              <a:rPr/>
              <a:t>isn’t</a:t>
            </a:r>
            <a:r>
              <a:rPr/>
              <a:t> </a:t>
            </a:r>
            <a:r>
              <a:rPr/>
              <a:t>latency,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workload</a:t>
            </a:r>
            <a:r>
              <a:rPr/>
              <a:t> </a:t>
            </a:r>
            <a:r>
              <a:rPr/>
              <a:t>matters.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built</a:t>
            </a:r>
            <a:r>
              <a:rPr/>
              <a:t> </a:t>
            </a:r>
            <a:r>
              <a:rPr/>
              <a:t>Benchy,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separate</a:t>
            </a:r>
            <a:r>
              <a:rPr/>
              <a:t> </a:t>
            </a:r>
            <a:r>
              <a:rPr/>
              <a:t>benchmark</a:t>
            </a:r>
            <a:r>
              <a:rPr/>
              <a:t> </a:t>
            </a:r>
            <a:r>
              <a:rPr/>
              <a:t>suite,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YOLO</a:t>
            </a:r>
            <a:r>
              <a:rPr/>
              <a:t> </a:t>
            </a:r>
            <a:r>
              <a:rPr/>
              <a:t>models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both</a:t>
            </a:r>
            <a:r>
              <a:rPr/>
              <a:t> </a:t>
            </a:r>
            <a:r>
              <a:rPr/>
              <a:t>rigs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measure</a:t>
            </a:r>
            <a:r>
              <a:rPr/>
              <a:t> </a:t>
            </a:r>
            <a:r>
              <a:rPr/>
              <a:t>end-to-end</a:t>
            </a:r>
            <a:r>
              <a:rPr/>
              <a:t> </a:t>
            </a:r>
            <a:r>
              <a:rPr/>
              <a:t>inference</a:t>
            </a:r>
            <a:r>
              <a:rPr/>
              <a:t> </a:t>
            </a:r>
            <a:r>
              <a:rPr/>
              <a:t>time.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YOLOv8n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640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640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which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our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workload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Hailo-8</a:t>
            </a:r>
            <a:r>
              <a:rPr/>
              <a:t> </a:t>
            </a:r>
            <a:r>
              <a:rPr/>
              <a:t>beats</a:t>
            </a:r>
            <a:r>
              <a:rPr/>
              <a:t> </a:t>
            </a:r>
            <a:r>
              <a:rPr/>
              <a:t>Hailo-10H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2.6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6.9</a:t>
            </a:r>
            <a:r>
              <a:rPr/>
              <a:t> </a:t>
            </a:r>
            <a:r>
              <a:rPr/>
              <a:t>times</a:t>
            </a:r>
            <a:r>
              <a:rPr/>
              <a:t> </a:t>
            </a:r>
            <a:r>
              <a:rPr/>
              <a:t>depending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size.</a:t>
            </a:r>
            <a:r>
              <a:rPr/>
              <a:t> </a:t>
            </a:r>
            <a:r>
              <a:rPr/>
              <a:t>Hailo-10H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win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LLM</a:t>
            </a:r>
            <a:r>
              <a:rPr/>
              <a:t> </a:t>
            </a:r>
            <a:r>
              <a:rPr/>
              <a:t>workloads,</a:t>
            </a:r>
            <a:r>
              <a:rPr/>
              <a:t> </a:t>
            </a:r>
            <a:r>
              <a:rPr/>
              <a:t>around</a:t>
            </a:r>
            <a:r>
              <a:rPr/>
              <a:t> </a:t>
            </a:r>
            <a:r>
              <a:rPr/>
              <a:t>10</a:t>
            </a:r>
            <a:r>
              <a:rPr/>
              <a:t> </a:t>
            </a:r>
            <a:r>
              <a:rPr/>
              <a:t>tokens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second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llama3.2</a:t>
            </a:r>
            <a:r>
              <a:rPr/>
              <a:t> </a:t>
            </a:r>
            <a:r>
              <a:rPr/>
              <a:t>1B,</a:t>
            </a:r>
            <a:r>
              <a:rPr/>
              <a:t> </a:t>
            </a:r>
            <a:r>
              <a:rPr/>
              <a:t>which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interesting</a:t>
            </a:r>
            <a:r>
              <a:rPr/>
              <a:t> </a:t>
            </a:r>
            <a:r>
              <a:rPr/>
              <a:t>future</a:t>
            </a:r>
            <a:r>
              <a:rPr/>
              <a:t> </a:t>
            </a:r>
            <a:r>
              <a:rPr/>
              <a:t>work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text-to-intent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AutonoBird’s</a:t>
            </a:r>
            <a:r>
              <a:rPr/>
              <a:t> </a:t>
            </a:r>
            <a:r>
              <a:rPr/>
              <a:t>vision-first</a:t>
            </a:r>
            <a:r>
              <a:rPr/>
              <a:t> </a:t>
            </a:r>
            <a:r>
              <a:rPr/>
              <a:t>path</a:t>
            </a:r>
            <a:r>
              <a:rPr/>
              <a:t> </a:t>
            </a:r>
            <a:r>
              <a:rPr/>
              <a:t>needs.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10H</a:t>
            </a:r>
            <a:r>
              <a:rPr/>
              <a:t> </a:t>
            </a:r>
            <a:r>
              <a:rPr/>
              <a:t>lose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YOLO</a:t>
            </a:r>
            <a:r>
              <a:rPr/>
              <a:t> </a:t>
            </a:r>
            <a:r>
              <a:rPr/>
              <a:t>if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TOPS?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INT4</a:t>
            </a:r>
            <a:r>
              <a:rPr/>
              <a:t> </a:t>
            </a:r>
            <a:r>
              <a:rPr/>
              <a:t>quantisation</a:t>
            </a:r>
            <a:r>
              <a:rPr/>
              <a:t> </a:t>
            </a:r>
            <a:r>
              <a:rPr/>
              <a:t>overhead</a:t>
            </a:r>
            <a:r>
              <a:rPr/>
              <a:t> </a:t>
            </a:r>
            <a:r>
              <a:rPr/>
              <a:t>plus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architecture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tuned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transformer-style</a:t>
            </a:r>
            <a:r>
              <a:rPr/>
              <a:t> </a:t>
            </a:r>
            <a:r>
              <a:rPr/>
              <a:t>attention</a:t>
            </a:r>
            <a:r>
              <a:rPr/>
              <a:t> </a:t>
            </a:r>
            <a:r>
              <a:rPr/>
              <a:t>patterns.</a:t>
            </a:r>
            <a:r>
              <a:rPr/>
              <a:t> </a:t>
            </a:r>
            <a:r>
              <a:rPr/>
              <a:t>CNN-style</a:t>
            </a:r>
            <a:r>
              <a:rPr/>
              <a:t> </a:t>
            </a:r>
            <a:r>
              <a:rPr/>
              <a:t>convolution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fully</a:t>
            </a:r>
            <a:r>
              <a:rPr/>
              <a:t> </a:t>
            </a:r>
            <a:r>
              <a:rPr/>
              <a:t>exploit</a:t>
            </a:r>
            <a:r>
              <a:rPr/>
              <a:t> </a:t>
            </a:r>
            <a:r>
              <a:rPr/>
              <a:t>it.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Did</a:t>
            </a:r>
            <a:r>
              <a:rPr/>
              <a:t> </a:t>
            </a:r>
            <a:r>
              <a:rPr/>
              <a:t>Hailo</a:t>
            </a:r>
            <a:r>
              <a:rPr/>
              <a:t> </a:t>
            </a:r>
            <a:r>
              <a:rPr/>
              <a:t>confirm</a:t>
            </a:r>
            <a:r>
              <a:rPr/>
              <a:t> </a:t>
            </a:r>
            <a:r>
              <a:rPr/>
              <a:t>this?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yes,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raised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their</a:t>
            </a:r>
            <a:r>
              <a:rPr/>
              <a:t> </a:t>
            </a:r>
            <a:r>
              <a:rPr/>
              <a:t>forum;</a:t>
            </a:r>
            <a:r>
              <a:rPr/>
              <a:t> </a:t>
            </a:r>
            <a:r>
              <a:rPr/>
              <a:t>it’s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architectural</a:t>
            </a:r>
            <a:r>
              <a:rPr/>
              <a:t> </a:t>
            </a:r>
            <a:r>
              <a:rPr/>
              <a:t>trade-off,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bug.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Benchy</a:t>
            </a:r>
            <a:r>
              <a:rPr/>
              <a:t> </a:t>
            </a:r>
            <a:r>
              <a:rPr/>
              <a:t>reproducible?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open-source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GitHub,</a:t>
            </a:r>
            <a:r>
              <a:rPr/>
              <a:t> </a:t>
            </a:r>
            <a:r>
              <a:rPr/>
              <a:t>runs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any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either</a:t>
            </a:r>
            <a:r>
              <a:rPr/>
              <a:t> </a:t>
            </a:r>
            <a:r>
              <a:rPr/>
              <a:t>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headline</a:t>
            </a:r>
            <a:r>
              <a:rPr/>
              <a:t> </a:t>
            </a:r>
            <a:r>
              <a:rPr/>
              <a:t>plot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Benchy.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YOLO</a:t>
            </a:r>
            <a:r>
              <a:rPr/>
              <a:t> </a:t>
            </a:r>
            <a:r>
              <a:rPr/>
              <a:t>sizes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x-axis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n,</a:t>
            </a:r>
            <a:r>
              <a:rPr/>
              <a:t> </a:t>
            </a:r>
            <a:r>
              <a:rPr/>
              <a:t>s,</a:t>
            </a:r>
            <a:r>
              <a:rPr/>
              <a:t> </a:t>
            </a:r>
            <a:r>
              <a:rPr/>
              <a:t>m.</a:t>
            </a:r>
            <a:r>
              <a:rPr/>
              <a:t> </a:t>
            </a:r>
            <a:r>
              <a:rPr/>
              <a:t>Throughput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inferences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second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y-axis.</a:t>
            </a:r>
            <a:r>
              <a:rPr/>
              <a:t> </a:t>
            </a:r>
            <a:r>
              <a:rPr/>
              <a:t>Blue</a:t>
            </a:r>
            <a:r>
              <a:rPr/>
              <a:t> </a:t>
            </a:r>
            <a:r>
              <a:rPr/>
              <a:t>bars</a:t>
            </a:r>
            <a:r>
              <a:rPr/>
              <a:t> </a:t>
            </a:r>
            <a:r>
              <a:rPr/>
              <a:t>Hailo-8,</a:t>
            </a:r>
            <a:r>
              <a:rPr/>
              <a:t> </a:t>
            </a:r>
            <a:r>
              <a:rPr/>
              <a:t>orange</a:t>
            </a:r>
            <a:r>
              <a:rPr/>
              <a:t> </a:t>
            </a:r>
            <a:r>
              <a:rPr/>
              <a:t>bars</a:t>
            </a:r>
            <a:r>
              <a:rPr/>
              <a:t> </a:t>
            </a:r>
            <a:r>
              <a:rPr/>
              <a:t>Hailo-10H.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sizes,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8</a:t>
            </a:r>
            <a:r>
              <a:rPr/>
              <a:t> </a:t>
            </a:r>
            <a:r>
              <a:rPr/>
              <a:t>wins,</a:t>
            </a:r>
            <a:r>
              <a:rPr/>
              <a:t> </a:t>
            </a:r>
            <a:r>
              <a:rPr/>
              <a:t>between</a:t>
            </a:r>
            <a:r>
              <a:rPr/>
              <a:t> </a:t>
            </a:r>
            <a:r>
              <a:rPr/>
              <a:t>2.6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6.9</a:t>
            </a:r>
            <a:r>
              <a:rPr/>
              <a:t> </a:t>
            </a:r>
            <a:r>
              <a:rPr/>
              <a:t>times.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bigger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model,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bigger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gap.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empirical</a:t>
            </a:r>
            <a:r>
              <a:rPr/>
              <a:t> </a:t>
            </a:r>
            <a:r>
              <a:rPr/>
              <a:t>evidence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justified</a:t>
            </a:r>
            <a:r>
              <a:rPr/>
              <a:t> </a:t>
            </a:r>
            <a:r>
              <a:rPr/>
              <a:t>hard-coding</a:t>
            </a:r>
            <a:r>
              <a:rPr/>
              <a:t> </a:t>
            </a:r>
            <a:r>
              <a:rPr/>
              <a:t>Hailo-8</a:t>
            </a:r>
            <a:r>
              <a:rPr/>
              <a:t> </a:t>
            </a:r>
            <a:r>
              <a:rPr/>
              <a:t>assumptions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on-airframe</a:t>
            </a:r>
            <a:r>
              <a:rPr/>
              <a:t> </a:t>
            </a:r>
            <a:r>
              <a:rPr/>
              <a:t>code.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Variance?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Benchy</a:t>
            </a:r>
            <a:r>
              <a:rPr/>
              <a:t> </a:t>
            </a:r>
            <a:r>
              <a:rPr/>
              <a:t>ran</a:t>
            </a:r>
            <a:r>
              <a:rPr/>
              <a:t> </a:t>
            </a:r>
            <a:r>
              <a:rPr/>
              <a:t>100</a:t>
            </a:r>
            <a:r>
              <a:rPr/>
              <a:t> </a:t>
            </a:r>
            <a:r>
              <a:rPr/>
              <a:t>inferences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point;</a:t>
            </a:r>
            <a:r>
              <a:rPr/>
              <a:t> </a:t>
            </a:r>
            <a:r>
              <a:rPr/>
              <a:t>standard</a:t>
            </a:r>
            <a:r>
              <a:rPr/>
              <a:t> </a:t>
            </a:r>
            <a:r>
              <a:rPr/>
              <a:t>error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ms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inference,</a:t>
            </a:r>
            <a:r>
              <a:rPr/>
              <a:t> </a:t>
            </a:r>
            <a:r>
              <a:rPr/>
              <a:t>hidden</a:t>
            </a:r>
            <a:r>
              <a:rPr/>
              <a:t> </a:t>
            </a:r>
            <a:r>
              <a:rPr/>
              <a:t>inside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bar</a:t>
            </a:r>
            <a:r>
              <a:rPr/>
              <a:t> </a:t>
            </a:r>
            <a:r>
              <a:rPr/>
              <a:t>widths.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Were</a:t>
            </a:r>
            <a:r>
              <a:rPr/>
              <a:t> </a:t>
            </a:r>
            <a:r>
              <a:rPr/>
              <a:t>both</a:t>
            </a:r>
            <a:r>
              <a:rPr/>
              <a:t> </a:t>
            </a:r>
            <a:r>
              <a:rPr/>
              <a:t>HATs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power?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yes,</a:t>
            </a:r>
            <a:r>
              <a:rPr/>
              <a:t> </a:t>
            </a:r>
            <a:r>
              <a:rPr/>
              <a:t>USB-C</a:t>
            </a:r>
            <a:r>
              <a:rPr/>
              <a:t> </a:t>
            </a:r>
            <a:r>
              <a:rPr/>
              <a:t>5V</a:t>
            </a:r>
            <a:r>
              <a:rPr/>
              <a:t> </a:t>
            </a:r>
            <a:r>
              <a:rPr/>
              <a:t>3A</a:t>
            </a:r>
            <a:r>
              <a:rPr/>
              <a:t> </a:t>
            </a:r>
            <a:r>
              <a:rPr/>
              <a:t>supply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both,</a:t>
            </a:r>
            <a:r>
              <a:rPr/>
              <a:t> </a:t>
            </a:r>
            <a:r>
              <a:rPr/>
              <a:t>ambient</a:t>
            </a:r>
            <a:r>
              <a:rPr/>
              <a:t> </a:t>
            </a:r>
            <a:r>
              <a:rPr/>
              <a:t>temperature</a:t>
            </a:r>
            <a:r>
              <a:rPr/>
              <a:t> </a:t>
            </a:r>
            <a:r>
              <a:rPr/>
              <a:t>monitored,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thermal</a:t>
            </a:r>
            <a:r>
              <a:rPr/>
              <a:t> </a:t>
            </a:r>
            <a:r>
              <a:rPr/>
              <a:t>throttling</a:t>
            </a:r>
            <a:r>
              <a:rPr/>
              <a:t> </a:t>
            </a:r>
            <a:r>
              <a:rPr/>
              <a:t>observed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run.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YOLOv8m</a:t>
            </a:r>
            <a:r>
              <a:rPr/>
              <a:t> </a:t>
            </a:r>
            <a:r>
              <a:rPr/>
              <a:t>give</a:t>
            </a:r>
            <a:r>
              <a:rPr/>
              <a:t> </a:t>
            </a:r>
            <a:r>
              <a:rPr/>
              <a:t>you?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bigger</a:t>
            </a:r>
            <a:r>
              <a:rPr/>
              <a:t> </a:t>
            </a:r>
            <a:r>
              <a:rPr/>
              <a:t>backbone,</a:t>
            </a:r>
            <a:r>
              <a:rPr/>
              <a:t> </a:t>
            </a:r>
            <a:r>
              <a:rPr/>
              <a:t>better</a:t>
            </a:r>
            <a:r>
              <a:rPr/>
              <a:t> </a:t>
            </a:r>
            <a:r>
              <a:rPr/>
              <a:t>accuracy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small</a:t>
            </a:r>
            <a:r>
              <a:rPr/>
              <a:t> </a:t>
            </a:r>
            <a:r>
              <a:rPr/>
              <a:t>objects.</a:t>
            </a:r>
            <a:r>
              <a:rPr/>
              <a:t> </a:t>
            </a:r>
            <a:r>
              <a:rPr/>
              <a:t>Out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budget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Hailo-8</a:t>
            </a:r>
            <a:r>
              <a:rPr/>
              <a:t> </a:t>
            </a:r>
            <a:r>
              <a:rPr/>
              <a:t>latency-wise;</a:t>
            </a:r>
            <a:r>
              <a:rPr/>
              <a:t> </a:t>
            </a:r>
            <a:r>
              <a:rPr/>
              <a:t>n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right</a:t>
            </a:r>
            <a:r>
              <a:rPr/>
              <a:t> </a:t>
            </a:r>
            <a:r>
              <a:rPr/>
              <a:t>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Above</a:t>
            </a:r>
            <a:r>
              <a:rPr/>
              <a:t> </a:t>
            </a:r>
            <a:r>
              <a:rPr/>
              <a:t>perception</a:t>
            </a:r>
            <a:r>
              <a:rPr/>
              <a:t> </a:t>
            </a:r>
            <a:r>
              <a:rPr/>
              <a:t>sits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autonomy</a:t>
            </a:r>
            <a:r>
              <a:rPr/>
              <a:t> </a:t>
            </a:r>
            <a:r>
              <a:rPr/>
              <a:t>stack.</a:t>
            </a:r>
            <a:r>
              <a:rPr/>
              <a:t> </a:t>
            </a:r>
            <a:r>
              <a:rPr/>
              <a:t>Four</a:t>
            </a:r>
            <a:r>
              <a:rPr/>
              <a:t> </a:t>
            </a:r>
            <a:r>
              <a:rPr/>
              <a:t>layers.</a:t>
            </a:r>
            <a:r>
              <a:rPr/>
              <a:t> </a:t>
            </a:r>
            <a:r>
              <a:rPr/>
              <a:t>First,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Pi-side</a:t>
            </a:r>
            <a:r>
              <a:rPr/>
              <a:t> </a:t>
            </a:r>
            <a:r>
              <a:rPr/>
              <a:t>MAVLink</a:t>
            </a:r>
            <a:r>
              <a:rPr/>
              <a:t> </a:t>
            </a:r>
            <a:r>
              <a:rPr/>
              <a:t>bridge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>
                <a:latin typeface="Courier"/>
              </a:rPr>
              <a:t>Vehicle</a:t>
            </a:r>
            <a:r>
              <a:rPr/>
              <a:t> </a:t>
            </a:r>
            <a:r>
              <a:rPr/>
              <a:t>class</a:t>
            </a:r>
            <a:r>
              <a:rPr/>
              <a:t> </a:t>
            </a:r>
            <a:r>
              <a:rPr/>
              <a:t>wrapping</a:t>
            </a:r>
            <a:r>
              <a:rPr/>
              <a:t> </a:t>
            </a:r>
            <a:r>
              <a:rPr/>
              <a:t>pymavlink.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targets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over</a:t>
            </a:r>
            <a:r>
              <a:rPr/>
              <a:t> </a:t>
            </a:r>
            <a:r>
              <a:rPr/>
              <a:t>UDP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Pixhawk</a:t>
            </a:r>
            <a:r>
              <a:rPr/>
              <a:t> </a:t>
            </a:r>
            <a:r>
              <a:rPr/>
              <a:t>over</a:t>
            </a:r>
            <a:r>
              <a:rPr/>
              <a:t> </a:t>
            </a:r>
            <a:r>
              <a:rPr/>
              <a:t>USB-serial,</a:t>
            </a:r>
            <a:r>
              <a:rPr/>
              <a:t> </a:t>
            </a:r>
            <a:r>
              <a:rPr/>
              <a:t>only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URI</a:t>
            </a:r>
            <a:r>
              <a:rPr/>
              <a:t> </a:t>
            </a:r>
            <a:r>
              <a:rPr/>
              <a:t>changes.</a:t>
            </a:r>
            <a:r>
              <a:rPr/>
              <a:t> </a:t>
            </a:r>
            <a:r>
              <a:rPr/>
              <a:t>Second,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state</a:t>
            </a:r>
            <a:r>
              <a:rPr/>
              <a:t> </a:t>
            </a:r>
            <a:r>
              <a:rPr/>
              <a:t>machine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9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states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Schmitt-trigger</a:t>
            </a:r>
            <a:r>
              <a:rPr/>
              <a:t> </a:t>
            </a:r>
            <a:r>
              <a:rPr/>
              <a:t>hysteresis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autopilot-filtered</a:t>
            </a:r>
            <a:r>
              <a:rPr/>
              <a:t> </a:t>
            </a:r>
            <a:r>
              <a:rPr/>
              <a:t>climb</a:t>
            </a:r>
            <a:r>
              <a:rPr/>
              <a:t> </a:t>
            </a:r>
            <a:r>
              <a:rPr/>
              <a:t>rate.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hysteresis</a:t>
            </a:r>
            <a:r>
              <a:rPr/>
              <a:t> </a:t>
            </a:r>
            <a:r>
              <a:rPr/>
              <a:t>suppressed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140</a:t>
            </a:r>
            <a:r>
              <a:rPr/>
              <a:t> </a:t>
            </a:r>
            <a:r>
              <a:rPr/>
              <a:t>spurious</a:t>
            </a:r>
            <a:r>
              <a:rPr/>
              <a:t> </a:t>
            </a:r>
            <a:r>
              <a:rPr/>
              <a:t>transitions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down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9</a:t>
            </a:r>
            <a:r>
              <a:rPr/>
              <a:t> </a:t>
            </a:r>
            <a:r>
              <a:rPr/>
              <a:t>clean</a:t>
            </a:r>
            <a:r>
              <a:rPr/>
              <a:t> </a:t>
            </a:r>
            <a:r>
              <a:rPr/>
              <a:t>ones.</a:t>
            </a:r>
            <a:r>
              <a:rPr/>
              <a:t> </a:t>
            </a:r>
            <a:r>
              <a:rPr/>
              <a:t>Third,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reactive</a:t>
            </a:r>
            <a:r>
              <a:rPr/>
              <a:t> </a:t>
            </a:r>
            <a:r>
              <a:rPr/>
              <a:t>planner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sector-based</a:t>
            </a:r>
            <a:r>
              <a:rPr/>
              <a:t> </a:t>
            </a:r>
            <a:r>
              <a:rPr/>
              <a:t>avoider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CRUISING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AVOIDING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IDLE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LANDING</a:t>
            </a:r>
            <a:r>
              <a:rPr/>
              <a:t> </a:t>
            </a:r>
            <a:r>
              <a:rPr/>
              <a:t>modes,</a:t>
            </a:r>
            <a:r>
              <a:rPr/>
              <a:t> </a:t>
            </a:r>
            <a:r>
              <a:rPr/>
              <a:t>emits</a:t>
            </a:r>
            <a:r>
              <a:rPr/>
              <a:t> </a:t>
            </a:r>
            <a:r>
              <a:rPr/>
              <a:t>velocity</a:t>
            </a:r>
            <a:r>
              <a:rPr/>
              <a:t> </a:t>
            </a:r>
            <a:r>
              <a:rPr/>
              <a:t>setpoints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10</a:t>
            </a:r>
            <a:r>
              <a:rPr/>
              <a:t> </a:t>
            </a:r>
            <a:r>
              <a:rPr/>
              <a:t>Hz,</a:t>
            </a:r>
            <a:r>
              <a:rPr/>
              <a:t> </a:t>
            </a:r>
            <a:r>
              <a:rPr/>
              <a:t>sidestep</a:t>
            </a:r>
            <a:r>
              <a:rPr/>
              <a:t> </a:t>
            </a:r>
            <a:r>
              <a:rPr/>
              <a:t>direction</a:t>
            </a:r>
            <a:r>
              <a:rPr/>
              <a:t> </a:t>
            </a:r>
            <a:r>
              <a:rPr/>
              <a:t>latched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entry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avoid</a:t>
            </a:r>
            <a:r>
              <a:rPr/>
              <a:t> </a:t>
            </a:r>
            <a:r>
              <a:rPr/>
              <a:t>oscillation.</a:t>
            </a:r>
            <a:r>
              <a:rPr/>
              <a:t> </a:t>
            </a:r>
            <a:r>
              <a:rPr/>
              <a:t>Fourth,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orchestrator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single-process</a:t>
            </a:r>
            <a:r>
              <a:rPr/>
              <a:t> </a:t>
            </a:r>
            <a:r>
              <a:rPr/>
              <a:t>bring-up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wires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together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exposes</a:t>
            </a:r>
            <a:r>
              <a:rPr/>
              <a:t> </a:t>
            </a:r>
            <a:r>
              <a:rPr/>
              <a:t>four</a:t>
            </a:r>
            <a:r>
              <a:rPr/>
              <a:t> </a:t>
            </a:r>
            <a:r>
              <a:rPr/>
              <a:t>intent</a:t>
            </a:r>
            <a:r>
              <a:rPr/>
              <a:t> </a:t>
            </a:r>
            <a:r>
              <a:rPr/>
              <a:t>methods:</a:t>
            </a:r>
            <a:r>
              <a:rPr/>
              <a:t> </a:t>
            </a:r>
            <a:r>
              <a:rPr/>
              <a:t>hold,</a:t>
            </a:r>
            <a:r>
              <a:rPr/>
              <a:t> </a:t>
            </a:r>
            <a:r>
              <a:rPr/>
              <a:t>resume,</a:t>
            </a:r>
            <a:r>
              <a:rPr/>
              <a:t> </a:t>
            </a:r>
            <a:r>
              <a:rPr/>
              <a:t>land,</a:t>
            </a:r>
            <a:r>
              <a:rPr/>
              <a:t> </a:t>
            </a:r>
            <a:r>
              <a:rPr/>
              <a:t>RTL.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surface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voice,</a:t>
            </a:r>
            <a:r>
              <a:rPr/>
              <a:t> </a:t>
            </a:r>
            <a:r>
              <a:rPr/>
              <a:t>gestures,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any</a:t>
            </a:r>
            <a:r>
              <a:rPr/>
              <a:t> </a:t>
            </a:r>
            <a:r>
              <a:rPr/>
              <a:t>future</a:t>
            </a:r>
            <a:r>
              <a:rPr/>
              <a:t> </a:t>
            </a:r>
            <a:r>
              <a:rPr/>
              <a:t>input</a:t>
            </a:r>
            <a:r>
              <a:rPr/>
              <a:t> </a:t>
            </a:r>
            <a:r>
              <a:rPr/>
              <a:t>layer</a:t>
            </a:r>
            <a:r>
              <a:rPr/>
              <a:t> </a:t>
            </a:r>
            <a:r>
              <a:rPr/>
              <a:t>bind</a:t>
            </a:r>
            <a:r>
              <a:rPr/>
              <a:t> </a:t>
            </a:r>
            <a:r>
              <a:rPr/>
              <a:t>into.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LOITER</a:t>
            </a:r>
            <a:r>
              <a:rPr/>
              <a:t> </a:t>
            </a:r>
            <a:r>
              <a:rPr/>
              <a:t>mode?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LOITER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headless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needs</a:t>
            </a:r>
            <a:r>
              <a:rPr/>
              <a:t> </a:t>
            </a:r>
            <a:r>
              <a:rPr/>
              <a:t>RC</a:t>
            </a:r>
            <a:r>
              <a:rPr/>
              <a:t> </a:t>
            </a:r>
            <a:r>
              <a:rPr/>
              <a:t>throttle</a:t>
            </a:r>
            <a:r>
              <a:rPr/>
              <a:t> </a:t>
            </a:r>
            <a:r>
              <a:rPr/>
              <a:t>input,</a:t>
            </a:r>
            <a:r>
              <a:rPr/>
              <a:t> </a:t>
            </a:r>
            <a:r>
              <a:rPr/>
              <a:t>which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don’t</a:t>
            </a:r>
            <a:r>
              <a:rPr/>
              <a:t> </a:t>
            </a:r>
            <a:r>
              <a:rPr/>
              <a:t>have.</a:t>
            </a:r>
            <a:r>
              <a:rPr/>
              <a:t> </a:t>
            </a:r>
            <a:r>
              <a:rPr/>
              <a:t>GUIDED</a:t>
            </a:r>
            <a:r>
              <a:rPr/>
              <a:t> </a:t>
            </a:r>
            <a:r>
              <a:rPr/>
              <a:t>auto-hold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equivalent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dependency.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sector-based</a:t>
            </a:r>
            <a:r>
              <a:rPr/>
              <a:t> </a:t>
            </a:r>
            <a:r>
              <a:rPr/>
              <a:t>avoider?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it’s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simplest</a:t>
            </a:r>
            <a:r>
              <a:rPr/>
              <a:t> </a:t>
            </a:r>
            <a:r>
              <a:rPr/>
              <a:t>reactive</a:t>
            </a:r>
            <a:r>
              <a:rPr/>
              <a:t> </a:t>
            </a:r>
            <a:r>
              <a:rPr/>
              <a:t>avoider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proves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perception-to-flight</a:t>
            </a:r>
            <a:r>
              <a:rPr/>
              <a:t> </a:t>
            </a:r>
            <a:r>
              <a:rPr/>
              <a:t>pipe</a:t>
            </a:r>
            <a:r>
              <a:rPr/>
              <a:t> </a:t>
            </a:r>
            <a:r>
              <a:rPr/>
              <a:t>end-to-end.</a:t>
            </a:r>
            <a:r>
              <a:rPr/>
              <a:t> </a:t>
            </a:r>
            <a:r>
              <a:rPr/>
              <a:t>Global</a:t>
            </a:r>
            <a:r>
              <a:rPr/>
              <a:t> </a:t>
            </a:r>
            <a:r>
              <a:rPr/>
              <a:t>planning</a:t>
            </a:r>
            <a:r>
              <a:rPr/>
              <a:t> </a:t>
            </a:r>
            <a:r>
              <a:rPr/>
              <a:t>(A</a:t>
            </a:r>
            <a:r>
              <a:rPr i="1"/>
              <a:t>,</a:t>
            </a:r>
            <a:r>
              <a:rPr i="1"/>
              <a:t> </a:t>
            </a:r>
            <a:r>
              <a:rPr i="1"/>
              <a:t>RRT</a:t>
            </a:r>
            <a:r>
              <a:rPr/>
              <a:t>)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future</a:t>
            </a:r>
            <a:r>
              <a:rPr/>
              <a:t> </a:t>
            </a:r>
            <a:r>
              <a:rPr/>
              <a:t>work.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explicit</a:t>
            </a:r>
            <a:r>
              <a:rPr/>
              <a:t> </a:t>
            </a:r>
            <a:r>
              <a:rPr/>
              <a:t>intent</a:t>
            </a:r>
            <a:r>
              <a:rPr/>
              <a:t> </a:t>
            </a:r>
            <a:r>
              <a:rPr/>
              <a:t>surface?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keeps</a:t>
            </a:r>
            <a:r>
              <a:rPr/>
              <a:t> </a:t>
            </a:r>
            <a:r>
              <a:rPr/>
              <a:t>perception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command</a:t>
            </a:r>
            <a:r>
              <a:rPr/>
              <a:t> </a:t>
            </a:r>
            <a:r>
              <a:rPr/>
              <a:t>modality</a:t>
            </a:r>
            <a:r>
              <a:rPr/>
              <a:t> </a:t>
            </a:r>
            <a:r>
              <a:rPr/>
              <a:t>decoupled.</a:t>
            </a:r>
            <a:r>
              <a:rPr/>
              <a:t> </a:t>
            </a:r>
            <a:r>
              <a:rPr/>
              <a:t>Today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planner</a:t>
            </a:r>
            <a:r>
              <a:rPr/>
              <a:t> </a:t>
            </a:r>
            <a:r>
              <a:rPr/>
              <a:t>drives</a:t>
            </a:r>
            <a:r>
              <a:rPr/>
              <a:t> </a:t>
            </a:r>
            <a:r>
              <a:rPr/>
              <a:t>intents;</a:t>
            </a:r>
            <a:r>
              <a:rPr/>
              <a:t> </a:t>
            </a:r>
            <a:r>
              <a:rPr/>
              <a:t>tomorrow</a:t>
            </a:r>
            <a:r>
              <a:rPr/>
              <a:t> </a:t>
            </a:r>
            <a:r>
              <a:rPr/>
              <a:t>gesture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voice</a:t>
            </a:r>
            <a:r>
              <a:rPr/>
              <a:t> </a:t>
            </a:r>
            <a:r>
              <a:rPr/>
              <a:t>bind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four</a:t>
            </a:r>
            <a:r>
              <a:rPr/>
              <a:t> </a:t>
            </a:r>
            <a:r>
              <a:rPr/>
              <a:t>methods.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RC</a:t>
            </a:r>
            <a:r>
              <a:rPr/>
              <a:t> </a:t>
            </a:r>
            <a:r>
              <a:rPr/>
              <a:t>override?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RC</a:t>
            </a:r>
            <a:r>
              <a:rPr/>
              <a:t> </a:t>
            </a:r>
            <a:r>
              <a:rPr/>
              <a:t>link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authoritative.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pilot</a:t>
            </a:r>
            <a:r>
              <a:rPr/>
              <a:t> </a:t>
            </a:r>
            <a:r>
              <a:rPr/>
              <a:t>stick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RadioMaster</a:t>
            </a:r>
            <a:r>
              <a:rPr/>
              <a:t> </a:t>
            </a:r>
            <a:r>
              <a:rPr/>
              <a:t>Pocket</a:t>
            </a:r>
            <a:r>
              <a:rPr/>
              <a:t> </a:t>
            </a:r>
            <a:r>
              <a:rPr/>
              <a:t>beats</a:t>
            </a:r>
            <a:r>
              <a:rPr/>
              <a:t> </a:t>
            </a:r>
            <a:r>
              <a:rPr/>
              <a:t>any</a:t>
            </a:r>
            <a:r>
              <a:rPr/>
              <a:t> </a:t>
            </a:r>
            <a:r>
              <a:rPr/>
              <a:t>autonomous</a:t>
            </a:r>
            <a:r>
              <a:rPr/>
              <a:t> </a:t>
            </a:r>
            <a:r>
              <a:rPr/>
              <a:t>command.</a:t>
            </a:r>
            <a:r>
              <a:rPr/>
              <a:t> </a:t>
            </a:r>
            <a:r>
              <a:rPr/>
              <a:t>Safety-critical</a:t>
            </a:r>
            <a:r>
              <a:rPr/>
              <a:t> </a:t>
            </a:r>
            <a:r>
              <a:rPr/>
              <a:t>invariant</a:t>
            </a:r>
            <a:r>
              <a:rPr/>
              <a:t> </a:t>
            </a:r>
            <a:r>
              <a:rPr/>
              <a:t>baked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ArduPilot.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T4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stability.</a:t>
            </a:r>
            <a:r>
              <a:rPr/>
              <a:t> </a:t>
            </a:r>
            <a:r>
              <a:rPr/>
              <a:t>60</a:t>
            </a:r>
            <a:r>
              <a:rPr/>
              <a:t> </a:t>
            </a:r>
            <a:r>
              <a:rPr/>
              <a:t>second</a:t>
            </a:r>
            <a:r>
              <a:rPr/>
              <a:t> </a:t>
            </a:r>
            <a:r>
              <a:rPr/>
              <a:t>GUIDED</a:t>
            </a:r>
            <a:r>
              <a:rPr/>
              <a:t> </a:t>
            </a:r>
            <a:r>
              <a:rPr/>
              <a:t>auto-hold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metres</a:t>
            </a:r>
            <a:r>
              <a:rPr/>
              <a:t> </a:t>
            </a:r>
            <a:r>
              <a:rPr/>
              <a:t>altitude,</a:t>
            </a:r>
            <a:r>
              <a:rPr/>
              <a:t> </a:t>
            </a:r>
            <a:r>
              <a:rPr/>
              <a:t>sampled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10</a:t>
            </a:r>
            <a:r>
              <a:rPr/>
              <a:t> </a:t>
            </a:r>
            <a:r>
              <a:rPr/>
              <a:t>Hz,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582</a:t>
            </a:r>
            <a:r>
              <a:rPr/>
              <a:t> </a:t>
            </a:r>
            <a:r>
              <a:rPr/>
              <a:t>samples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dataset.</a:t>
            </a:r>
            <a:r>
              <a:rPr/>
              <a:t> </a:t>
            </a:r>
            <a:r>
              <a:rPr/>
              <a:t>Max</a:t>
            </a:r>
            <a:r>
              <a:rPr/>
              <a:t> </a:t>
            </a:r>
            <a:r>
              <a:rPr/>
              <a:t>horizontal</a:t>
            </a:r>
            <a:r>
              <a:rPr/>
              <a:t> </a:t>
            </a:r>
            <a:r>
              <a:rPr/>
              <a:t>drift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entire</a:t>
            </a:r>
            <a:r>
              <a:rPr/>
              <a:t> </a:t>
            </a:r>
            <a:r>
              <a:rPr/>
              <a:t>window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38</a:t>
            </a:r>
            <a:r>
              <a:rPr/>
              <a:t> </a:t>
            </a:r>
            <a:r>
              <a:rPr/>
              <a:t>millimetres.</a:t>
            </a:r>
            <a:r>
              <a:rPr/>
              <a:t> </a:t>
            </a:r>
            <a:r>
              <a:rPr/>
              <a:t>Max</a:t>
            </a:r>
            <a:r>
              <a:rPr/>
              <a:t> </a:t>
            </a:r>
            <a:r>
              <a:rPr/>
              <a:t>vertical</a:t>
            </a:r>
            <a:r>
              <a:rPr/>
              <a:t> </a:t>
            </a:r>
            <a:r>
              <a:rPr/>
              <a:t>drift</a:t>
            </a:r>
            <a:r>
              <a:rPr/>
              <a:t> </a:t>
            </a:r>
            <a:r>
              <a:rPr/>
              <a:t>99</a:t>
            </a:r>
            <a:r>
              <a:rPr/>
              <a:t> </a:t>
            </a:r>
            <a:r>
              <a:rPr/>
              <a:t>millimetres.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bound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stability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500</a:t>
            </a:r>
            <a:r>
              <a:rPr/>
              <a:t> </a:t>
            </a:r>
            <a:r>
              <a:rPr/>
              <a:t>millimetres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we’re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orders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magnitude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it.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baseline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next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slides</a:t>
            </a:r>
            <a:r>
              <a:rPr/>
              <a:t> </a:t>
            </a:r>
            <a:r>
              <a:rPr/>
              <a:t>perturb.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GUIDED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LOITER?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answer:</a:t>
            </a:r>
            <a:r>
              <a:rPr/>
              <a:t> </a:t>
            </a:r>
            <a:r>
              <a:rPr/>
              <a:t>headless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RC</a:t>
            </a:r>
            <a:r>
              <a:rPr/>
              <a:t> </a:t>
            </a:r>
            <a:r>
              <a:rPr/>
              <a:t>stick</a:t>
            </a:r>
            <a:r>
              <a:rPr/>
              <a:t> </a:t>
            </a:r>
            <a:r>
              <a:rPr/>
              <a:t>input;</a:t>
            </a:r>
            <a:r>
              <a:rPr/>
              <a:t> </a:t>
            </a:r>
            <a:r>
              <a:rPr/>
              <a:t>GUIDED</a:t>
            </a:r>
            <a:r>
              <a:rPr/>
              <a:t> </a:t>
            </a:r>
            <a:r>
              <a:rPr/>
              <a:t>auto-hold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equivalent.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Bias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none</a:t>
            </a:r>
            <a:r>
              <a:rPr/>
              <a:t> </a:t>
            </a:r>
            <a:r>
              <a:rPr/>
              <a:t>expected;</a:t>
            </a:r>
            <a:r>
              <a:rPr/>
              <a:t> </a:t>
            </a:r>
            <a:r>
              <a:rPr/>
              <a:t>GUIDED</a:t>
            </a:r>
            <a:r>
              <a:rPr/>
              <a:t> </a:t>
            </a:r>
            <a:r>
              <a:rPr/>
              <a:t>holds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takeoff</a:t>
            </a:r>
            <a:r>
              <a:rPr/>
              <a:t> </a:t>
            </a:r>
            <a:r>
              <a:rPr/>
              <a:t>lat/lon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active</a:t>
            </a:r>
            <a:r>
              <a:rPr/>
              <a:t> </a:t>
            </a:r>
            <a:r>
              <a:rPr/>
              <a:t>position</a:t>
            </a:r>
            <a:r>
              <a:rPr/>
              <a:t> </a:t>
            </a:r>
            <a:r>
              <a:rPr/>
              <a:t>target,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drift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gyro</a:t>
            </a:r>
            <a:r>
              <a:rPr/>
              <a:t> </a:t>
            </a:r>
            <a:r>
              <a:rPr/>
              <a:t>integration.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Real-bird</a:t>
            </a:r>
            <a:r>
              <a:rPr/>
              <a:t> </a:t>
            </a:r>
            <a:r>
              <a:rPr/>
              <a:t>expectation?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should</a:t>
            </a:r>
            <a:r>
              <a:rPr/>
              <a:t> </a:t>
            </a:r>
            <a:r>
              <a:rPr/>
              <a:t>be</a:t>
            </a:r>
            <a:r>
              <a:rPr/>
              <a:t> </a:t>
            </a:r>
            <a:r>
              <a:rPr/>
              <a:t>larger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well</a:t>
            </a:r>
            <a:r>
              <a:rPr/>
              <a:t> </a:t>
            </a:r>
            <a:r>
              <a:rPr/>
              <a:t>within</a:t>
            </a:r>
            <a:r>
              <a:rPr/>
              <a:t> </a:t>
            </a:r>
            <a:r>
              <a:rPr/>
              <a:t>bound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calm</a:t>
            </a:r>
            <a:r>
              <a:rPr/>
              <a:t> </a:t>
            </a:r>
            <a:r>
              <a:rPr/>
              <a:t>day.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wind</a:t>
            </a:r>
            <a:r>
              <a:rPr/>
              <a:t> </a:t>
            </a:r>
            <a:r>
              <a:rPr/>
              <a:t>sweep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next-next</a:t>
            </a:r>
            <a:r>
              <a:rPr/>
              <a:t> </a:t>
            </a:r>
            <a:r>
              <a:rPr/>
              <a:t>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T6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multi-run</a:t>
            </a:r>
            <a:r>
              <a:rPr/>
              <a:t> </a:t>
            </a:r>
            <a:r>
              <a:rPr/>
              <a:t>mission</a:t>
            </a:r>
            <a:r>
              <a:rPr/>
              <a:t> </a:t>
            </a:r>
            <a:r>
              <a:rPr/>
              <a:t>replication.</a:t>
            </a:r>
            <a:r>
              <a:rPr/>
              <a:t> </a:t>
            </a:r>
            <a:r>
              <a:rPr/>
              <a:t>10</a:t>
            </a:r>
            <a:r>
              <a:rPr/>
              <a:t> </a:t>
            </a:r>
            <a:r>
              <a:rPr/>
              <a:t>sequential</a:t>
            </a:r>
            <a:r>
              <a:rPr/>
              <a:t> </a:t>
            </a:r>
            <a:r>
              <a:rPr/>
              <a:t>50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50</a:t>
            </a:r>
            <a:r>
              <a:rPr/>
              <a:t> </a:t>
            </a:r>
            <a:r>
              <a:rPr/>
              <a:t>metre</a:t>
            </a:r>
            <a:r>
              <a:rPr/>
              <a:t> </a:t>
            </a:r>
            <a:r>
              <a:rPr/>
              <a:t>box</a:t>
            </a:r>
            <a:r>
              <a:rPr/>
              <a:t> </a:t>
            </a:r>
            <a:r>
              <a:rPr/>
              <a:t>missions</a:t>
            </a:r>
            <a:r>
              <a:rPr/>
              <a:t> </a:t>
            </a:r>
            <a:r>
              <a:rPr/>
              <a:t>against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instance.</a:t>
            </a:r>
            <a:r>
              <a:rPr/>
              <a:t> </a:t>
            </a:r>
            <a:r>
              <a:rPr/>
              <a:t>Mean</a:t>
            </a:r>
            <a:r>
              <a:rPr/>
              <a:t> </a:t>
            </a:r>
            <a:r>
              <a:rPr/>
              <a:t>extent</a:t>
            </a:r>
            <a:r>
              <a:rPr/>
              <a:t> </a:t>
            </a:r>
            <a:r>
              <a:rPr/>
              <a:t>51.12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51.17</a:t>
            </a:r>
            <a:r>
              <a:rPr/>
              <a:t> </a:t>
            </a:r>
            <a:r>
              <a:rPr/>
              <a:t>metres,</a:t>
            </a:r>
            <a:r>
              <a:rPr/>
              <a:t> </a:t>
            </a:r>
            <a:r>
              <a:rPr/>
              <a:t>standard</a:t>
            </a:r>
            <a:r>
              <a:rPr/>
              <a:t> </a:t>
            </a:r>
            <a:r>
              <a:rPr/>
              <a:t>deviation</a:t>
            </a:r>
            <a:r>
              <a:rPr/>
              <a:t> </a:t>
            </a:r>
            <a:r>
              <a:rPr/>
              <a:t>0.07</a:t>
            </a:r>
            <a:r>
              <a:rPr/>
              <a:t> </a:t>
            </a:r>
            <a:r>
              <a:rPr/>
              <a:t>metres.</a:t>
            </a:r>
            <a:r>
              <a:rPr/>
              <a:t> </a:t>
            </a:r>
            <a:r>
              <a:rPr/>
              <a:t>100</a:t>
            </a:r>
            <a:r>
              <a:rPr/>
              <a:t> </a:t>
            </a:r>
            <a:r>
              <a:rPr/>
              <a:t>percent</a:t>
            </a:r>
            <a:r>
              <a:rPr/>
              <a:t> </a:t>
            </a:r>
            <a:r>
              <a:rPr/>
              <a:t>pass</a:t>
            </a:r>
            <a:r>
              <a:rPr/>
              <a:t> </a:t>
            </a:r>
            <a:r>
              <a:rPr/>
              <a:t>rate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plus-minus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percent</a:t>
            </a:r>
            <a:r>
              <a:rPr/>
              <a:t> </a:t>
            </a:r>
            <a:r>
              <a:rPr/>
              <a:t>tolerance.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point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isn’t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verify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bird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fly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mission</a:t>
            </a:r>
            <a:r>
              <a:rPr/>
              <a:t> </a:t>
            </a:r>
            <a:r>
              <a:rPr/>
              <a:t>once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T2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it’s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show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system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deterministic</a:t>
            </a:r>
            <a:r>
              <a:rPr/>
              <a:t> </a:t>
            </a:r>
            <a:r>
              <a:rPr/>
              <a:t>enough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fly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ten</a:t>
            </a:r>
            <a:r>
              <a:rPr/>
              <a:t> </a:t>
            </a:r>
            <a:r>
              <a:rPr/>
              <a:t>times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row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drift.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10</a:t>
            </a:r>
            <a:r>
              <a:rPr/>
              <a:t> </a:t>
            </a:r>
            <a:r>
              <a:rPr/>
              <a:t>runs?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power-of-10</a:t>
            </a:r>
            <a:r>
              <a:rPr/>
              <a:t> </a:t>
            </a:r>
            <a:r>
              <a:rPr/>
              <a:t>rule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thumb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stability</a:t>
            </a:r>
            <a:r>
              <a:rPr/>
              <a:t> </a:t>
            </a:r>
            <a:r>
              <a:rPr/>
              <a:t>claims;</a:t>
            </a:r>
            <a:r>
              <a:rPr/>
              <a:t> </a:t>
            </a:r>
            <a:r>
              <a:rPr/>
              <a:t>enough</a:t>
            </a:r>
            <a:r>
              <a:rPr/>
              <a:t> </a:t>
            </a:r>
            <a:r>
              <a:rPr/>
              <a:t>samples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compute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meaningful</a:t>
            </a:r>
            <a:r>
              <a:rPr/>
              <a:t> </a:t>
            </a:r>
            <a:r>
              <a:rPr/>
              <a:t>standard</a:t>
            </a:r>
            <a:r>
              <a:rPr/>
              <a:t> </a:t>
            </a:r>
            <a:r>
              <a:rPr/>
              <a:t>deviation.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+2.2</a:t>
            </a:r>
            <a:r>
              <a:rPr/>
              <a:t> </a:t>
            </a:r>
            <a:r>
              <a:rPr/>
              <a:t>percent</a:t>
            </a:r>
            <a:r>
              <a:rPr/>
              <a:t> </a:t>
            </a:r>
            <a:r>
              <a:rPr/>
              <a:t>bias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extents?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waypoint</a:t>
            </a:r>
            <a:r>
              <a:rPr/>
              <a:t> </a:t>
            </a:r>
            <a:r>
              <a:rPr/>
              <a:t>overshoot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velocity</a:t>
            </a:r>
            <a:r>
              <a:rPr/>
              <a:t> </a:t>
            </a:r>
            <a:r>
              <a:rPr/>
              <a:t>continuity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corners;</a:t>
            </a:r>
            <a:r>
              <a:rPr/>
              <a:t> </a:t>
            </a:r>
            <a:r>
              <a:rPr/>
              <a:t>consistent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10</a:t>
            </a:r>
            <a:r>
              <a:rPr/>
              <a:t> </a:t>
            </a:r>
            <a:r>
              <a:rPr/>
              <a:t>runs.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100</a:t>
            </a:r>
            <a:r>
              <a:rPr/>
              <a:t> </a:t>
            </a:r>
            <a:r>
              <a:rPr/>
              <a:t>runs?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diminishing</a:t>
            </a:r>
            <a:r>
              <a:rPr/>
              <a:t> </a:t>
            </a:r>
            <a:r>
              <a:rPr/>
              <a:t>returns</a:t>
            </a:r>
            <a:r>
              <a:rPr/>
              <a:t> </a:t>
            </a:r>
            <a:r>
              <a:rPr/>
              <a:t>once</a:t>
            </a:r>
            <a:r>
              <a:rPr/>
              <a:t> </a:t>
            </a:r>
            <a:r>
              <a:rPr/>
              <a:t>std-dev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below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bound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10x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Wind</a:t>
            </a:r>
            <a:r>
              <a:rPr/>
              <a:t> </a:t>
            </a:r>
            <a:r>
              <a:rPr/>
              <a:t>sweep.</a:t>
            </a:r>
            <a:r>
              <a:rPr/>
              <a:t> </a:t>
            </a:r>
            <a:r>
              <a:rPr/>
              <a:t>SIM_WIND_SPD</a:t>
            </a:r>
            <a:r>
              <a:rPr/>
              <a:t> </a:t>
            </a:r>
            <a:r>
              <a:rPr/>
              <a:t>parameter</a:t>
            </a:r>
            <a:r>
              <a:rPr/>
              <a:t> </a:t>
            </a:r>
            <a:r>
              <a:rPr/>
              <a:t>set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0,</a:t>
            </a:r>
            <a:r>
              <a:rPr/>
              <a:t> </a:t>
            </a:r>
            <a:r>
              <a:rPr/>
              <a:t>5,</a:t>
            </a:r>
            <a:r>
              <a:rPr/>
              <a:t> </a:t>
            </a:r>
            <a:r>
              <a:rPr/>
              <a:t>10,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15</a:t>
            </a:r>
            <a:r>
              <a:rPr/>
              <a:t> </a:t>
            </a:r>
            <a:r>
              <a:rPr/>
              <a:t>metres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second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west,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turbulence.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wind</a:t>
            </a:r>
            <a:r>
              <a:rPr/>
              <a:t> </a:t>
            </a:r>
            <a:r>
              <a:rPr/>
              <a:t>level:</a:t>
            </a:r>
            <a:r>
              <a:rPr/>
              <a:t> </a:t>
            </a:r>
            <a:r>
              <a:rPr/>
              <a:t>30</a:t>
            </a:r>
            <a:r>
              <a:rPr/>
              <a:t> </a:t>
            </a:r>
            <a:r>
              <a:rPr/>
              <a:t>seconds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plus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box</a:t>
            </a:r>
            <a:r>
              <a:rPr/>
              <a:t> </a:t>
            </a:r>
            <a:r>
              <a:rPr/>
              <a:t>missions.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drift</a:t>
            </a:r>
            <a:r>
              <a:rPr/>
              <a:t> </a:t>
            </a:r>
            <a:r>
              <a:rPr/>
              <a:t>stays</a:t>
            </a:r>
            <a:r>
              <a:rPr/>
              <a:t> </a:t>
            </a:r>
            <a:r>
              <a:rPr/>
              <a:t>flat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knees</a:t>
            </a:r>
            <a:r>
              <a:rPr/>
              <a:t> </a:t>
            </a:r>
            <a:r>
              <a:rPr/>
              <a:t>up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36</a:t>
            </a:r>
            <a:r>
              <a:rPr/>
              <a:t> </a:t>
            </a:r>
            <a:r>
              <a:rPr/>
              <a:t>millimetres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0,</a:t>
            </a:r>
            <a:r>
              <a:rPr/>
              <a:t> </a:t>
            </a:r>
            <a:r>
              <a:rPr/>
              <a:t>38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5,</a:t>
            </a:r>
            <a:r>
              <a:rPr/>
              <a:t> </a:t>
            </a:r>
            <a:r>
              <a:rPr/>
              <a:t>43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10,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jumps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118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15</a:t>
            </a:r>
            <a:r>
              <a:rPr/>
              <a:t> </a:t>
            </a:r>
            <a:r>
              <a:rPr/>
              <a:t>m/s.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times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500</a:t>
            </a:r>
            <a:r>
              <a:rPr/>
              <a:t> </a:t>
            </a:r>
            <a:r>
              <a:rPr/>
              <a:t>millimetre</a:t>
            </a:r>
            <a:r>
              <a:rPr/>
              <a:t> </a:t>
            </a:r>
            <a:r>
              <a:rPr/>
              <a:t>bound</a:t>
            </a:r>
            <a:r>
              <a:rPr/>
              <a:t> </a:t>
            </a:r>
            <a:r>
              <a:rPr/>
              <a:t>even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gale-force.</a:t>
            </a:r>
            <a:r>
              <a:rPr/>
              <a:t> </a:t>
            </a:r>
            <a:r>
              <a:rPr/>
              <a:t>T6</a:t>
            </a:r>
            <a:r>
              <a:rPr/>
              <a:t> </a:t>
            </a:r>
            <a:r>
              <a:rPr/>
              <a:t>mission</a:t>
            </a:r>
            <a:r>
              <a:rPr/>
              <a:t> </a:t>
            </a:r>
            <a:r>
              <a:rPr/>
              <a:t>pass</a:t>
            </a:r>
            <a:r>
              <a:rPr/>
              <a:t> </a:t>
            </a:r>
            <a:r>
              <a:rPr/>
              <a:t>rate</a:t>
            </a:r>
            <a:r>
              <a:rPr/>
              <a:t> </a:t>
            </a:r>
            <a:r>
              <a:rPr/>
              <a:t>stays</a:t>
            </a:r>
            <a:r>
              <a:rPr/>
              <a:t> </a:t>
            </a:r>
            <a:r>
              <a:rPr/>
              <a:t>100</a:t>
            </a:r>
            <a:r>
              <a:rPr/>
              <a:t> </a:t>
            </a:r>
            <a:r>
              <a:rPr/>
              <a:t>percent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wind</a:t>
            </a:r>
            <a:r>
              <a:rPr/>
              <a:t> </a:t>
            </a:r>
            <a:r>
              <a:rPr/>
              <a:t>level.</a:t>
            </a:r>
            <a:r>
              <a:rPr/>
              <a:t> </a:t>
            </a:r>
            <a:r>
              <a:rPr/>
              <a:t>Useful</a:t>
            </a:r>
            <a:r>
              <a:rPr/>
              <a:t> </a:t>
            </a:r>
            <a:r>
              <a:rPr/>
              <a:t>boundary</a:t>
            </a:r>
            <a:r>
              <a:rPr/>
              <a:t> </a:t>
            </a:r>
            <a:r>
              <a:rPr/>
              <a:t>characterisation.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west?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arbitrary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consistent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sweep;</a:t>
            </a:r>
            <a:r>
              <a:rPr/>
              <a:t> </a:t>
            </a:r>
            <a:r>
              <a:rPr/>
              <a:t>aligned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box-mission</a:t>
            </a:r>
            <a:r>
              <a:rPr/>
              <a:t> </a:t>
            </a:r>
            <a:r>
              <a:rPr/>
              <a:t>heading.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15</a:t>
            </a:r>
            <a:r>
              <a:rPr/>
              <a:t> </a:t>
            </a:r>
            <a:r>
              <a:rPr/>
              <a:t>m/s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gale-force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it?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find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knee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curve.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linear</a:t>
            </a:r>
            <a:r>
              <a:rPr/>
              <a:t> </a:t>
            </a:r>
            <a:r>
              <a:rPr/>
              <a:t>band</a:t>
            </a:r>
            <a:r>
              <a:rPr/>
              <a:t> </a:t>
            </a:r>
            <a:r>
              <a:rPr/>
              <a:t>(0-10</a:t>
            </a:r>
            <a:r>
              <a:rPr/>
              <a:t> </a:t>
            </a:r>
            <a:r>
              <a:rPr/>
              <a:t>m/s)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practical</a:t>
            </a:r>
            <a:r>
              <a:rPr/>
              <a:t> </a:t>
            </a:r>
            <a:r>
              <a:rPr/>
              <a:t>operating</a:t>
            </a:r>
            <a:r>
              <a:rPr/>
              <a:t> </a:t>
            </a:r>
            <a:r>
              <a:rPr/>
              <a:t>envelope.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Turbulence</a:t>
            </a:r>
            <a:r>
              <a:rPr/>
              <a:t> </a:t>
            </a:r>
            <a:r>
              <a:rPr/>
              <a:t>model?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turbulence</a:t>
            </a:r>
            <a:r>
              <a:rPr/>
              <a:t> </a:t>
            </a:r>
            <a:r>
              <a:rPr/>
              <a:t>off,</a:t>
            </a:r>
            <a:r>
              <a:rPr/>
              <a:t> </a:t>
            </a:r>
            <a:r>
              <a:rPr/>
              <a:t>steady</a:t>
            </a:r>
            <a:r>
              <a:rPr/>
              <a:t> </a:t>
            </a:r>
            <a:r>
              <a:rPr/>
              <a:t>wind</a:t>
            </a:r>
            <a:r>
              <a:rPr/>
              <a:t> </a:t>
            </a:r>
            <a:r>
              <a:rPr/>
              <a:t>only.</a:t>
            </a:r>
            <a:r>
              <a:rPr/>
              <a:t> </a:t>
            </a:r>
            <a:r>
              <a:rPr/>
              <a:t>Adding</a:t>
            </a:r>
            <a:r>
              <a:rPr/>
              <a:t> </a:t>
            </a:r>
            <a:r>
              <a:rPr/>
              <a:t>turbulence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future-work</a:t>
            </a:r>
            <a:r>
              <a:rPr/>
              <a:t> </a:t>
            </a:r>
            <a:r>
              <a:rPr/>
              <a:t>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T5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closed-loop</a:t>
            </a:r>
            <a:r>
              <a:rPr/>
              <a:t> </a:t>
            </a:r>
            <a:r>
              <a:rPr/>
              <a:t>collision</a:t>
            </a:r>
            <a:r>
              <a:rPr/>
              <a:t> </a:t>
            </a:r>
            <a:r>
              <a:rPr/>
              <a:t>avoidance,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hero</a:t>
            </a:r>
            <a:r>
              <a:rPr/>
              <a:t> </a:t>
            </a:r>
            <a:r>
              <a:rPr/>
              <a:t>result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dissertation.</a:t>
            </a:r>
            <a:r>
              <a:rPr/>
              <a:t> </a:t>
            </a:r>
            <a:r>
              <a:rPr/>
              <a:t>Custom</a:t>
            </a:r>
            <a:r>
              <a:rPr/>
              <a:t> </a:t>
            </a:r>
            <a:r>
              <a:rPr/>
              <a:t>Gazebo</a:t>
            </a:r>
            <a:r>
              <a:rPr/>
              <a:t> </a:t>
            </a:r>
            <a:r>
              <a:rPr/>
              <a:t>iris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forward-facing</a:t>
            </a:r>
            <a:r>
              <a:rPr/>
              <a:t> </a:t>
            </a:r>
            <a:r>
              <a:rPr/>
              <a:t>GPU</a:t>
            </a:r>
            <a:r>
              <a:rPr/>
              <a:t> </a:t>
            </a:r>
            <a:r>
              <a:rPr/>
              <a:t>lidar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modeled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67</a:t>
            </a:r>
            <a:r>
              <a:rPr/>
              <a:t> </a:t>
            </a:r>
            <a:r>
              <a:rPr/>
              <a:t>degrees</a:t>
            </a:r>
            <a:r>
              <a:rPr/>
              <a:t> </a:t>
            </a:r>
            <a:r>
              <a:rPr/>
              <a:t>horizontal</a:t>
            </a:r>
            <a:r>
              <a:rPr/>
              <a:t> </a:t>
            </a:r>
            <a:r>
              <a:rPr/>
              <a:t>field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view,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Hz,</a:t>
            </a:r>
            <a:r>
              <a:rPr/>
              <a:t> </a:t>
            </a:r>
            <a:r>
              <a:rPr/>
              <a:t>0.2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15</a:t>
            </a:r>
            <a:r>
              <a:rPr/>
              <a:t> </a:t>
            </a:r>
            <a:r>
              <a:rPr/>
              <a:t>metre</a:t>
            </a:r>
            <a:r>
              <a:rPr/>
              <a:t> </a:t>
            </a:r>
            <a:r>
              <a:rPr/>
              <a:t>range.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world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12-metre</a:t>
            </a:r>
            <a:r>
              <a:rPr/>
              <a:t> </a:t>
            </a:r>
            <a:r>
              <a:rPr/>
              <a:t>tall</a:t>
            </a:r>
            <a:r>
              <a:rPr/>
              <a:t> </a:t>
            </a:r>
            <a:r>
              <a:rPr/>
              <a:t>red</a:t>
            </a:r>
            <a:r>
              <a:rPr/>
              <a:t> </a:t>
            </a:r>
            <a:r>
              <a:rPr/>
              <a:t>cylinder</a:t>
            </a:r>
            <a:r>
              <a:rPr/>
              <a:t> </a:t>
            </a:r>
            <a:r>
              <a:rPr/>
              <a:t>12</a:t>
            </a:r>
            <a:r>
              <a:rPr/>
              <a:t> </a:t>
            </a:r>
            <a:r>
              <a:rPr/>
              <a:t>metres</a:t>
            </a:r>
            <a:r>
              <a:rPr/>
              <a:t> </a:t>
            </a:r>
            <a:r>
              <a:rPr/>
              <a:t>north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home.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autonomy</a:t>
            </a:r>
            <a:r>
              <a:rPr/>
              <a:t> </a:t>
            </a:r>
            <a:r>
              <a:rPr/>
              <a:t>stack</a:t>
            </a:r>
            <a:r>
              <a:rPr/>
              <a:t> </a:t>
            </a:r>
            <a:r>
              <a:rPr/>
              <a:t>consumes</a:t>
            </a:r>
            <a:r>
              <a:rPr/>
              <a:t> </a:t>
            </a:r>
            <a:r>
              <a:rPr/>
              <a:t>lidar</a:t>
            </a:r>
            <a:r>
              <a:rPr/>
              <a:t> </a:t>
            </a:r>
            <a:r>
              <a:rPr/>
              <a:t>via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bridge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converts</a:t>
            </a:r>
            <a:r>
              <a:rPr/>
              <a:t> </a:t>
            </a:r>
            <a:r>
              <a:rPr/>
              <a:t>gz</a:t>
            </a:r>
            <a:r>
              <a:rPr/>
              <a:t> </a:t>
            </a:r>
            <a:r>
              <a:rPr/>
              <a:t>topic</a:t>
            </a:r>
            <a:r>
              <a:rPr/>
              <a:t> </a:t>
            </a:r>
            <a:r>
              <a:rPr/>
              <a:t>messages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JSONL</a:t>
            </a:r>
            <a:r>
              <a:rPr/>
              <a:t> </a:t>
            </a:r>
            <a:r>
              <a:rPr/>
              <a:t>schema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AR0144</a:t>
            </a:r>
            <a:r>
              <a:rPr/>
              <a:t> </a:t>
            </a:r>
            <a:r>
              <a:rPr/>
              <a:t>perception,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autonomy-side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change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needed.</a:t>
            </a:r>
            <a:r>
              <a:rPr/>
              <a:t> </a:t>
            </a:r>
            <a:r>
              <a:rPr/>
              <a:t>Result:</a:t>
            </a:r>
            <a:r>
              <a:rPr/>
              <a:t> </a:t>
            </a:r>
            <a:r>
              <a:rPr/>
              <a:t>bird</a:t>
            </a:r>
            <a:r>
              <a:rPr/>
              <a:t> </a:t>
            </a:r>
            <a:r>
              <a:rPr/>
              <a:t>flies</a:t>
            </a:r>
            <a:r>
              <a:rPr/>
              <a:t> </a:t>
            </a:r>
            <a:r>
              <a:rPr/>
              <a:t>north,</a:t>
            </a:r>
            <a:r>
              <a:rPr/>
              <a:t> </a:t>
            </a:r>
            <a:r>
              <a:rPr/>
              <a:t>sees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cylinder,</a:t>
            </a:r>
            <a:r>
              <a:rPr/>
              <a:t> </a:t>
            </a:r>
            <a:r>
              <a:rPr/>
              <a:t>sidesteps</a:t>
            </a:r>
            <a:r>
              <a:rPr/>
              <a:t> </a:t>
            </a:r>
            <a:r>
              <a:rPr/>
              <a:t>east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3.45</a:t>
            </a:r>
            <a:r>
              <a:rPr/>
              <a:t> </a:t>
            </a:r>
            <a:r>
              <a:rPr/>
              <a:t>metres,</a:t>
            </a:r>
            <a:r>
              <a:rPr/>
              <a:t> </a:t>
            </a:r>
            <a:r>
              <a:rPr/>
              <a:t>passes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obstacle,</a:t>
            </a:r>
            <a:r>
              <a:rPr/>
              <a:t> </a:t>
            </a:r>
            <a:r>
              <a:rPr/>
              <a:t>RTLs,</a:t>
            </a:r>
            <a:r>
              <a:rPr/>
              <a:t> </a:t>
            </a:r>
            <a:r>
              <a:rPr/>
              <a:t>lands</a:t>
            </a:r>
            <a:r>
              <a:rPr/>
              <a:t> </a:t>
            </a:r>
            <a:r>
              <a:rPr/>
              <a:t>cleanly.</a:t>
            </a:r>
            <a:r>
              <a:rPr/>
              <a:t> </a:t>
            </a:r>
            <a:r>
              <a:rPr/>
              <a:t>Minimum</a:t>
            </a:r>
            <a:r>
              <a:rPr/>
              <a:t> </a:t>
            </a:r>
            <a:r>
              <a:rPr/>
              <a:t>clearance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cylinder</a:t>
            </a:r>
            <a:r>
              <a:rPr/>
              <a:t> </a:t>
            </a:r>
            <a:r>
              <a:rPr/>
              <a:t>surface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1.92</a:t>
            </a:r>
            <a:r>
              <a:rPr/>
              <a:t> </a:t>
            </a:r>
            <a:r>
              <a:rPr/>
              <a:t>metres.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6.4</a:t>
            </a:r>
            <a:r>
              <a:rPr/>
              <a:t> </a:t>
            </a:r>
            <a:r>
              <a:rPr/>
              <a:t>times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0.3</a:t>
            </a:r>
            <a:r>
              <a:rPr/>
              <a:t> </a:t>
            </a:r>
            <a:r>
              <a:rPr/>
              <a:t>metre</a:t>
            </a:r>
            <a:r>
              <a:rPr/>
              <a:t> </a:t>
            </a:r>
            <a:r>
              <a:rPr/>
              <a:t>T5</a:t>
            </a:r>
            <a:r>
              <a:rPr/>
              <a:t> </a:t>
            </a:r>
            <a:r>
              <a:rPr/>
              <a:t>bound.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12</a:t>
            </a:r>
            <a:r>
              <a:rPr/>
              <a:t> </a:t>
            </a:r>
            <a:r>
              <a:rPr/>
              <a:t>metre</a:t>
            </a:r>
            <a:r>
              <a:rPr/>
              <a:t> </a:t>
            </a:r>
            <a:r>
              <a:rPr/>
              <a:t>tall</a:t>
            </a:r>
            <a:r>
              <a:rPr/>
              <a:t> </a:t>
            </a:r>
            <a:r>
              <a:rPr/>
              <a:t>cylinder?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earlier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metre</a:t>
            </a:r>
            <a:r>
              <a:rPr/>
              <a:t> </a:t>
            </a:r>
            <a:r>
              <a:rPr/>
              <a:t>versions</a:t>
            </a:r>
            <a:r>
              <a:rPr/>
              <a:t> </a:t>
            </a:r>
            <a:r>
              <a:rPr/>
              <a:t>had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horizontal</a:t>
            </a:r>
            <a:r>
              <a:rPr/>
              <a:t> </a:t>
            </a:r>
            <a:r>
              <a:rPr/>
              <a:t>lidar</a:t>
            </a:r>
            <a:r>
              <a:rPr/>
              <a:t> </a:t>
            </a:r>
            <a:r>
              <a:rPr/>
              <a:t>plane</a:t>
            </a:r>
            <a:r>
              <a:rPr/>
              <a:t> </a:t>
            </a:r>
            <a:r>
              <a:rPr/>
              <a:t>sail</a:t>
            </a:r>
            <a:r>
              <a:rPr/>
              <a:t> </a:t>
            </a:r>
            <a:r>
              <a:rPr/>
              <a:t>over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top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cruise</a:t>
            </a:r>
            <a:r>
              <a:rPr/>
              <a:t> </a:t>
            </a:r>
            <a:r>
              <a:rPr/>
              <a:t>altitude.</a:t>
            </a:r>
            <a:r>
              <a:rPr/>
              <a:t> </a:t>
            </a:r>
            <a:r>
              <a:rPr/>
              <a:t>Twelve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physically-grounded</a:t>
            </a:r>
            <a:r>
              <a:rPr/>
              <a:t> </a:t>
            </a:r>
            <a:r>
              <a:rPr/>
              <a:t>“</a:t>
            </a:r>
            <a:r>
              <a:rPr/>
              <a:t>tall</a:t>
            </a:r>
            <a:r>
              <a:rPr/>
              <a:t> </a:t>
            </a:r>
            <a:r>
              <a:rPr/>
              <a:t>enough</a:t>
            </a:r>
            <a:r>
              <a:rPr/>
              <a:t>”</a:t>
            </a:r>
            <a:r>
              <a:rPr/>
              <a:t> </a:t>
            </a:r>
            <a:r>
              <a:rPr/>
              <a:t>geometry.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physics-grounded?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strong</a:t>
            </a:r>
            <a:r>
              <a:rPr/>
              <a:t> </a:t>
            </a:r>
            <a:r>
              <a:rPr/>
              <a:t>evidence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planner</a:t>
            </a:r>
            <a:r>
              <a:rPr/>
              <a:t> </a:t>
            </a:r>
            <a:r>
              <a:rPr/>
              <a:t>produces</a:t>
            </a:r>
            <a:r>
              <a:rPr/>
              <a:t> </a:t>
            </a:r>
            <a:r>
              <a:rPr/>
              <a:t>flyable</a:t>
            </a:r>
            <a:r>
              <a:rPr/>
              <a:t> </a:t>
            </a:r>
            <a:r>
              <a:rPr/>
              <a:t>commands,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kinematically</a:t>
            </a:r>
            <a:r>
              <a:rPr/>
              <a:t> </a:t>
            </a:r>
            <a:r>
              <a:rPr/>
              <a:t>valid</a:t>
            </a:r>
            <a:r>
              <a:rPr/>
              <a:t> </a:t>
            </a:r>
            <a:r>
              <a:rPr/>
              <a:t>ones.</a:t>
            </a:r>
            <a:r>
              <a:rPr/>
              <a:t> </a:t>
            </a:r>
            <a:r>
              <a:rPr/>
              <a:t>Gazebo</a:t>
            </a:r>
            <a:r>
              <a:rPr/>
              <a:t> </a:t>
            </a:r>
            <a:r>
              <a:rPr/>
              <a:t>computes</a:t>
            </a:r>
            <a:r>
              <a:rPr/>
              <a:t> </a:t>
            </a:r>
            <a:r>
              <a:rPr/>
              <a:t>collision</a:t>
            </a:r>
            <a:r>
              <a:rPr/>
              <a:t> </a:t>
            </a:r>
            <a:r>
              <a:rPr/>
              <a:t>detection</a:t>
            </a:r>
            <a:r>
              <a:rPr/>
              <a:t> </a:t>
            </a:r>
            <a:r>
              <a:rPr/>
              <a:t>independently.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Could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outdoors?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yes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principle,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real-perception</a:t>
            </a:r>
            <a:r>
              <a:rPr/>
              <a:t> </a:t>
            </a:r>
            <a:r>
              <a:rPr/>
              <a:t>version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pending</a:t>
            </a:r>
            <a:r>
              <a:rPr/>
              <a:t> </a:t>
            </a:r>
            <a:r>
              <a:rPr/>
              <a:t>Stage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hardware</a:t>
            </a:r>
            <a:r>
              <a:rPr/>
              <a:t> </a:t>
            </a:r>
            <a:r>
              <a:rPr/>
              <a:t>flight.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cylinder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person?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geometric</a:t>
            </a:r>
            <a:r>
              <a:rPr/>
              <a:t> </a:t>
            </a:r>
            <a:r>
              <a:rPr/>
              <a:t>reproducibility;</a:t>
            </a:r>
            <a:r>
              <a:rPr/>
              <a:t> </a:t>
            </a:r>
            <a:r>
              <a:rPr/>
              <a:t>person</a:t>
            </a:r>
            <a:r>
              <a:rPr/>
              <a:t> </a:t>
            </a:r>
            <a:r>
              <a:rPr/>
              <a:t>geometry</a:t>
            </a:r>
            <a:r>
              <a:rPr/>
              <a:t> </a:t>
            </a:r>
            <a:r>
              <a:rPr/>
              <a:t>would</a:t>
            </a:r>
            <a:r>
              <a:rPr/>
              <a:t> </a:t>
            </a:r>
            <a:r>
              <a:rPr/>
              <a:t>add</a:t>
            </a:r>
            <a:r>
              <a:rPr/>
              <a:t> </a:t>
            </a:r>
            <a:r>
              <a:rPr/>
              <a:t>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18th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May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stack</a:t>
            </a:r>
            <a:r>
              <a:rPr/>
              <a:t> </a:t>
            </a:r>
            <a:r>
              <a:rPr/>
              <a:t>came</a:t>
            </a:r>
            <a:r>
              <a:rPr/>
              <a:t> </a:t>
            </a:r>
            <a:r>
              <a:rPr/>
              <a:t>together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time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airframe-mounted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against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Pixhawk,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SITL.</a:t>
            </a:r>
            <a:r>
              <a:rPr/>
              <a:t> </a:t>
            </a:r>
            <a:r>
              <a:rPr/>
              <a:t>Three-and-a-half</a:t>
            </a:r>
            <a:r>
              <a:rPr/>
              <a:t> </a:t>
            </a:r>
            <a:r>
              <a:rPr/>
              <a:t>minute</a:t>
            </a:r>
            <a:r>
              <a:rPr/>
              <a:t> </a:t>
            </a:r>
            <a:r>
              <a:rPr/>
              <a:t>handheld</a:t>
            </a:r>
            <a:r>
              <a:rPr/>
              <a:t> </a:t>
            </a:r>
            <a:r>
              <a:rPr/>
              <a:t>walkaround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lab,</a:t>
            </a:r>
            <a:r>
              <a:rPr/>
              <a:t> </a:t>
            </a:r>
            <a:r>
              <a:rPr/>
              <a:t>motors</a:t>
            </a:r>
            <a:r>
              <a:rPr/>
              <a:t> </a:t>
            </a:r>
            <a:r>
              <a:rPr/>
              <a:t>deliberately</a:t>
            </a:r>
            <a:r>
              <a:rPr/>
              <a:t> </a:t>
            </a:r>
            <a:r>
              <a:rPr/>
              <a:t>off.</a:t>
            </a:r>
            <a:r>
              <a:rPr/>
              <a:t> </a:t>
            </a:r>
            <a:r>
              <a:rPr/>
              <a:t>Loop</a:t>
            </a:r>
            <a:r>
              <a:rPr/>
              <a:t> </a:t>
            </a:r>
            <a:r>
              <a:rPr/>
              <a:t>EMA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138.1</a:t>
            </a:r>
            <a:r>
              <a:rPr/>
              <a:t> </a:t>
            </a:r>
            <a:r>
              <a:rPr/>
              <a:t>milliseconds,</a:t>
            </a:r>
            <a:r>
              <a:rPr/>
              <a:t> </a:t>
            </a:r>
            <a:r>
              <a:rPr/>
              <a:t>reproduces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bench</a:t>
            </a:r>
            <a:r>
              <a:rPr/>
              <a:t> </a:t>
            </a:r>
            <a:r>
              <a:rPr/>
              <a:t>baseline</a:t>
            </a:r>
            <a:r>
              <a:rPr/>
              <a:t> </a:t>
            </a:r>
            <a:r>
              <a:rPr/>
              <a:t>within</a:t>
            </a:r>
            <a:r>
              <a:rPr/>
              <a:t> </a:t>
            </a:r>
            <a:r>
              <a:rPr/>
              <a:t>noise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platform.</a:t>
            </a:r>
            <a:r>
              <a:rPr/>
              <a:t> </a:t>
            </a:r>
            <a:r>
              <a:rPr/>
              <a:t>1449</a:t>
            </a:r>
            <a:r>
              <a:rPr/>
              <a:t> </a:t>
            </a:r>
            <a:r>
              <a:rPr/>
              <a:t>frames</a:t>
            </a:r>
            <a:r>
              <a:rPr/>
              <a:t> </a:t>
            </a:r>
            <a:r>
              <a:rPr/>
              <a:t>captured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JSONL,</a:t>
            </a:r>
            <a:r>
              <a:rPr/>
              <a:t> </a:t>
            </a:r>
            <a:r>
              <a:rPr/>
              <a:t>14</a:t>
            </a:r>
            <a:r>
              <a:rPr/>
              <a:t> </a:t>
            </a:r>
            <a:r>
              <a:rPr/>
              <a:t>distinct</a:t>
            </a:r>
            <a:r>
              <a:rPr/>
              <a:t> </a:t>
            </a:r>
            <a:r>
              <a:rPr/>
              <a:t>YOLO</a:t>
            </a:r>
            <a:r>
              <a:rPr/>
              <a:t> </a:t>
            </a:r>
            <a:r>
              <a:rPr/>
              <a:t>classes</a:t>
            </a:r>
            <a:r>
              <a:rPr/>
              <a:t> </a:t>
            </a:r>
            <a:r>
              <a:rPr/>
              <a:t>fired,</a:t>
            </a:r>
            <a:r>
              <a:rPr/>
              <a:t> </a:t>
            </a:r>
            <a:r>
              <a:rPr/>
              <a:t>161</a:t>
            </a:r>
            <a:r>
              <a:rPr/>
              <a:t> </a:t>
            </a:r>
            <a:r>
              <a:rPr/>
              <a:t>planner</a:t>
            </a:r>
            <a:r>
              <a:rPr/>
              <a:t> </a:t>
            </a:r>
            <a:r>
              <a:rPr/>
              <a:t>transitions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stereo</a:t>
            </a:r>
            <a:r>
              <a:rPr/>
              <a:t> </a:t>
            </a:r>
            <a:r>
              <a:rPr/>
              <a:t>perception,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simulated</a:t>
            </a:r>
            <a:r>
              <a:rPr/>
              <a:t> </a:t>
            </a:r>
            <a:r>
              <a:rPr/>
              <a:t>lidar.</a:t>
            </a:r>
            <a:r>
              <a:rPr/>
              <a:t> </a:t>
            </a:r>
            <a:r>
              <a:rPr/>
              <a:t>Zero</a:t>
            </a:r>
            <a:r>
              <a:rPr/>
              <a:t> </a:t>
            </a:r>
            <a:r>
              <a:rPr/>
              <a:t>bridge</a:t>
            </a:r>
            <a:r>
              <a:rPr/>
              <a:t> </a:t>
            </a:r>
            <a:r>
              <a:rPr/>
              <a:t>errors,</a:t>
            </a:r>
            <a:r>
              <a:rPr/>
              <a:t> </a:t>
            </a:r>
            <a:r>
              <a:rPr/>
              <a:t>zero</a:t>
            </a:r>
            <a:r>
              <a:rPr/>
              <a:t> </a:t>
            </a:r>
            <a:r>
              <a:rPr/>
              <a:t>timeouts,</a:t>
            </a:r>
            <a:r>
              <a:rPr/>
              <a:t> </a:t>
            </a:r>
            <a:r>
              <a:rPr/>
              <a:t>zero</a:t>
            </a:r>
            <a:r>
              <a:rPr/>
              <a:t> </a:t>
            </a:r>
            <a:r>
              <a:rPr/>
              <a:t>dmesg</a:t>
            </a:r>
            <a:r>
              <a:rPr/>
              <a:t> </a:t>
            </a:r>
            <a:r>
              <a:rPr/>
              <a:t>under-voltage</a:t>
            </a:r>
            <a:r>
              <a:rPr/>
              <a:t> </a:t>
            </a:r>
            <a:r>
              <a:rPr/>
              <a:t>events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session.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end-to-end</a:t>
            </a:r>
            <a:r>
              <a:rPr/>
              <a:t> </a:t>
            </a:r>
            <a:r>
              <a:rPr/>
              <a:t>demonstration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software</a:t>
            </a:r>
            <a:r>
              <a:rPr/>
              <a:t> </a:t>
            </a:r>
            <a:r>
              <a:rPr/>
              <a:t>path</a:t>
            </a:r>
            <a:r>
              <a:rPr/>
              <a:t> </a:t>
            </a:r>
            <a:r>
              <a:rPr/>
              <a:t>works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airframe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controller.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Motors</a:t>
            </a:r>
            <a:r>
              <a:rPr/>
              <a:t> </a:t>
            </a:r>
            <a:r>
              <a:rPr/>
              <a:t>off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prove?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proves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perception,</a:t>
            </a:r>
            <a:r>
              <a:rPr/>
              <a:t> </a:t>
            </a:r>
            <a:r>
              <a:rPr/>
              <a:t>autonomy,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bridge</a:t>
            </a:r>
            <a:r>
              <a:rPr/>
              <a:t> </a:t>
            </a:r>
            <a:r>
              <a:rPr/>
              <a:t>stack</a:t>
            </a:r>
            <a:r>
              <a:rPr/>
              <a:t> </a:t>
            </a:r>
            <a:r>
              <a:rPr/>
              <a:t>runs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hardware</a:t>
            </a:r>
            <a:r>
              <a:rPr/>
              <a:t> </a:t>
            </a:r>
            <a:r>
              <a:rPr/>
              <a:t>against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FC.</a:t>
            </a:r>
            <a:r>
              <a:rPr/>
              <a:t> </a:t>
            </a:r>
            <a:r>
              <a:rPr/>
              <a:t>Motors-on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Stage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future</a:t>
            </a:r>
            <a:r>
              <a:rPr/>
              <a:t> </a:t>
            </a:r>
            <a:r>
              <a:rPr/>
              <a:t>work,</a:t>
            </a:r>
            <a:r>
              <a:rPr/>
              <a:t> </a:t>
            </a:r>
            <a:r>
              <a:rPr/>
              <a:t>gated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compass</a:t>
            </a:r>
            <a:r>
              <a:rPr/>
              <a:t> </a:t>
            </a:r>
            <a:r>
              <a:rPr/>
              <a:t>calibration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thrust</a:t>
            </a:r>
            <a:r>
              <a:rPr/>
              <a:t> </a:t>
            </a:r>
            <a:r>
              <a:rPr/>
              <a:t>margin</a:t>
            </a:r>
            <a:r>
              <a:rPr/>
              <a:t> </a:t>
            </a:r>
            <a:r>
              <a:rPr/>
              <a:t>re-test.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161</a:t>
            </a:r>
            <a:r>
              <a:rPr/>
              <a:t> </a:t>
            </a:r>
            <a:r>
              <a:rPr/>
              <a:t>transitions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3:34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many?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analysed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backlog:</a:t>
            </a:r>
            <a:r>
              <a:rPr/>
              <a:t> </a:t>
            </a:r>
            <a:r>
              <a:rPr/>
              <a:t>75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them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detection-presence</a:t>
            </a:r>
            <a:r>
              <a:rPr/>
              <a:t> </a:t>
            </a:r>
            <a:r>
              <a:rPr/>
              <a:t>flips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YOLO</a:t>
            </a:r>
            <a:r>
              <a:rPr/>
              <a:t> </a:t>
            </a:r>
            <a:r>
              <a:rPr/>
              <a:t>confidence</a:t>
            </a:r>
            <a:r>
              <a:rPr/>
              <a:t> </a:t>
            </a:r>
            <a:r>
              <a:rPr/>
              <a:t>dips,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depth</a:t>
            </a:r>
            <a:r>
              <a:rPr/>
              <a:t> </a:t>
            </a:r>
            <a:r>
              <a:rPr/>
              <a:t>oscillation.</a:t>
            </a:r>
            <a:r>
              <a:rPr/>
              <a:t> </a:t>
            </a:r>
            <a:r>
              <a:rPr/>
              <a:t>N-consecutive-clear-frames</a:t>
            </a:r>
            <a:r>
              <a:rPr/>
              <a:t> </a:t>
            </a:r>
            <a:r>
              <a:rPr/>
              <a:t>vote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queued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polish</a:t>
            </a:r>
            <a:r>
              <a:rPr/>
              <a:t> </a:t>
            </a:r>
            <a:r>
              <a:rPr/>
              <a:t>item;</a:t>
            </a:r>
            <a:r>
              <a:rPr/>
              <a:t> </a:t>
            </a:r>
            <a:r>
              <a:rPr/>
              <a:t>expected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cut</a:t>
            </a:r>
            <a:r>
              <a:rPr/>
              <a:t> </a:t>
            </a:r>
            <a:r>
              <a:rPr/>
              <a:t>transitions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10x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affecting</a:t>
            </a:r>
            <a:r>
              <a:rPr/>
              <a:t> </a:t>
            </a:r>
            <a:r>
              <a:rPr/>
              <a:t>threat-entry</a:t>
            </a:r>
            <a:r>
              <a:rPr/>
              <a:t> </a:t>
            </a:r>
            <a:r>
              <a:rPr/>
              <a:t>latency.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powered?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4S</a:t>
            </a:r>
            <a:r>
              <a:rPr/>
              <a:t> </a:t>
            </a:r>
            <a:r>
              <a:rPr/>
              <a:t>LiPo</a:t>
            </a:r>
            <a:r>
              <a:rPr/>
              <a:t> </a:t>
            </a:r>
            <a:r>
              <a:rPr/>
              <a:t>via</a:t>
            </a:r>
            <a:r>
              <a:rPr/>
              <a:t> </a:t>
            </a:r>
            <a:r>
              <a:rPr/>
              <a:t>UBEC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Pi,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flight.</a:t>
            </a:r>
            <a:r>
              <a:rPr/>
              <a:t> </a:t>
            </a:r>
            <a:r>
              <a:rPr/>
              <a:t>Validates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power</a:t>
            </a:r>
            <a:r>
              <a:rPr/>
              <a:t> </a:t>
            </a:r>
            <a:r>
              <a:rPr/>
              <a:t>architecture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Last</a:t>
            </a:r>
            <a:r>
              <a:rPr/>
              <a:t> </a:t>
            </a:r>
            <a:r>
              <a:rPr/>
              <a:t>bit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evidence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SiK</a:t>
            </a:r>
            <a:r>
              <a:rPr/>
              <a:t> </a:t>
            </a:r>
            <a:r>
              <a:rPr/>
              <a:t>433</a:t>
            </a:r>
            <a:r>
              <a:rPr/>
              <a:t> </a:t>
            </a:r>
            <a:r>
              <a:rPr/>
              <a:t>megahertz</a:t>
            </a:r>
            <a:r>
              <a:rPr/>
              <a:t> </a:t>
            </a:r>
            <a:r>
              <a:rPr/>
              <a:t>telemetry</a:t>
            </a:r>
            <a:r>
              <a:rPr/>
              <a:t> </a:t>
            </a:r>
            <a:r>
              <a:rPr/>
              <a:t>link.</a:t>
            </a:r>
            <a:r>
              <a:rPr/>
              <a:t> </a:t>
            </a:r>
            <a:r>
              <a:rPr/>
              <a:t>25</a:t>
            </a:r>
            <a:r>
              <a:rPr/>
              <a:t> </a:t>
            </a:r>
            <a:r>
              <a:rPr/>
              <a:t>metre</a:t>
            </a:r>
            <a:r>
              <a:rPr/>
              <a:t> </a:t>
            </a:r>
            <a:r>
              <a:rPr/>
              <a:t>walk-out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airframe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multiple</a:t>
            </a:r>
            <a:r>
              <a:rPr/>
              <a:t> </a:t>
            </a:r>
            <a:r>
              <a:rPr/>
              <a:t>interior</a:t>
            </a:r>
            <a:r>
              <a:rPr/>
              <a:t> </a:t>
            </a:r>
            <a:r>
              <a:rPr/>
              <a:t>walls,</a:t>
            </a:r>
            <a:r>
              <a:rPr/>
              <a:t> </a:t>
            </a:r>
            <a:r>
              <a:rPr/>
              <a:t>sampled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roughly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Hz.</a:t>
            </a:r>
            <a:r>
              <a:rPr/>
              <a:t> </a:t>
            </a:r>
            <a:r>
              <a:rPr/>
              <a:t>RSSI</a:t>
            </a:r>
            <a:r>
              <a:rPr/>
              <a:t> </a:t>
            </a:r>
            <a:r>
              <a:rPr/>
              <a:t>started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219</a:t>
            </a:r>
            <a:r>
              <a:rPr/>
              <a:t> </a:t>
            </a:r>
            <a:r>
              <a:rPr/>
              <a:t>baseline,</a:t>
            </a:r>
            <a:r>
              <a:rPr/>
              <a:t> </a:t>
            </a:r>
            <a:r>
              <a:rPr/>
              <a:t>drops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145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25</a:t>
            </a:r>
            <a:r>
              <a:rPr/>
              <a:t> </a:t>
            </a:r>
            <a:r>
              <a:rPr/>
              <a:t>metre</a:t>
            </a:r>
            <a:r>
              <a:rPr/>
              <a:t> </a:t>
            </a:r>
            <a:r>
              <a:rPr/>
              <a:t>mark.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weak-link</a:t>
            </a:r>
            <a:r>
              <a:rPr/>
              <a:t> </a:t>
            </a:r>
            <a:r>
              <a:rPr/>
              <a:t>threshold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these</a:t>
            </a:r>
            <a:r>
              <a:rPr/>
              <a:t> </a:t>
            </a:r>
            <a:r>
              <a:rPr/>
              <a:t>SiK</a:t>
            </a:r>
            <a:r>
              <a:rPr/>
              <a:t> </a:t>
            </a:r>
            <a:r>
              <a:rPr/>
              <a:t>V3</a:t>
            </a:r>
            <a:r>
              <a:rPr/>
              <a:t> </a:t>
            </a:r>
            <a:r>
              <a:rPr/>
              <a:t>radios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around</a:t>
            </a:r>
            <a:r>
              <a:rPr/>
              <a:t> </a:t>
            </a:r>
            <a:r>
              <a:rPr/>
              <a:t>50,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plenty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margin</a:t>
            </a:r>
            <a:r>
              <a:rPr/>
              <a:t> </a:t>
            </a:r>
            <a:r>
              <a:rPr/>
              <a:t>even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walls.</a:t>
            </a:r>
            <a:r>
              <a:rPr/>
              <a:t> </a:t>
            </a:r>
            <a:r>
              <a:rPr/>
              <a:t>Zero</a:t>
            </a:r>
            <a:r>
              <a:rPr/>
              <a:t> </a:t>
            </a:r>
            <a:r>
              <a:rPr/>
              <a:t>packet</a:t>
            </a:r>
            <a:r>
              <a:rPr/>
              <a:t> </a:t>
            </a:r>
            <a:r>
              <a:rPr/>
              <a:t>loss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239</a:t>
            </a:r>
            <a:r>
              <a:rPr/>
              <a:t> </a:t>
            </a:r>
            <a:r>
              <a:rPr/>
              <a:t>samples.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2.5</a:t>
            </a:r>
            <a:r>
              <a:rPr/>
              <a:t> </a:t>
            </a:r>
            <a:r>
              <a:rPr/>
              <a:t>times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operator-to-drone</a:t>
            </a:r>
            <a:r>
              <a:rPr/>
              <a:t> </a:t>
            </a:r>
            <a:r>
              <a:rPr/>
              <a:t>distance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indoor</a:t>
            </a:r>
            <a:r>
              <a:rPr/>
              <a:t> </a:t>
            </a:r>
            <a:r>
              <a:rPr/>
              <a:t>netted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scenario</a:t>
            </a:r>
            <a:r>
              <a:rPr/>
              <a:t> </a:t>
            </a:r>
            <a:r>
              <a:rPr/>
              <a:t>actually</a:t>
            </a:r>
            <a:r>
              <a:rPr/>
              <a:t> </a:t>
            </a:r>
            <a:r>
              <a:rPr/>
              <a:t>needs.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LOS?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pending.</a:t>
            </a:r>
            <a:r>
              <a:rPr/>
              <a:t> </a:t>
            </a:r>
            <a:r>
              <a:rPr/>
              <a:t>Indoor</a:t>
            </a:r>
            <a:r>
              <a:rPr/>
              <a:t> </a:t>
            </a:r>
            <a:r>
              <a:rPr/>
              <a:t>through-wall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harder</a:t>
            </a:r>
            <a:r>
              <a:rPr/>
              <a:t> </a:t>
            </a:r>
            <a:r>
              <a:rPr/>
              <a:t>than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LOS,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gives</a:t>
            </a:r>
            <a:r>
              <a:rPr/>
              <a:t> </a:t>
            </a:r>
            <a:r>
              <a:rPr/>
              <a:t>us</a:t>
            </a:r>
            <a:r>
              <a:rPr/>
              <a:t> </a:t>
            </a:r>
            <a:r>
              <a:rPr/>
              <a:t>confidence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range</a:t>
            </a:r>
            <a:r>
              <a:rPr/>
              <a:t> </a:t>
            </a:r>
            <a:r>
              <a:rPr/>
              <a:t>claim</a:t>
            </a:r>
            <a:r>
              <a:rPr/>
              <a:t> </a:t>
            </a:r>
            <a:r>
              <a:rPr/>
              <a:t>will</a:t>
            </a:r>
            <a:r>
              <a:rPr/>
              <a:t> </a:t>
            </a:r>
            <a:r>
              <a:rPr/>
              <a:t>hold</a:t>
            </a:r>
            <a:r>
              <a:rPr/>
              <a:t> </a:t>
            </a:r>
            <a:r>
              <a:rPr/>
              <a:t>when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measure</a:t>
            </a:r>
            <a:r>
              <a:rPr/>
              <a:t> </a:t>
            </a:r>
            <a:r>
              <a:rPr/>
              <a:t>it.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433</a:t>
            </a:r>
            <a:r>
              <a:rPr/>
              <a:t> </a:t>
            </a:r>
            <a:r>
              <a:rPr/>
              <a:t>MHz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915?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UK</a:t>
            </a:r>
            <a:r>
              <a:rPr/>
              <a:t> </a:t>
            </a:r>
            <a:r>
              <a:rPr/>
              <a:t>ISM</a:t>
            </a:r>
            <a:r>
              <a:rPr/>
              <a:t> </a:t>
            </a:r>
            <a:r>
              <a:rPr/>
              <a:t>band;</a:t>
            </a:r>
            <a:r>
              <a:rPr/>
              <a:t> </a:t>
            </a:r>
            <a:r>
              <a:rPr/>
              <a:t>915</a:t>
            </a:r>
            <a:r>
              <a:rPr/>
              <a:t> </a:t>
            </a:r>
            <a:r>
              <a:rPr/>
              <a:t>isn’t</a:t>
            </a:r>
            <a:r>
              <a:rPr/>
              <a:t> </a:t>
            </a:r>
            <a:r>
              <a:rPr/>
              <a:t>licence-exempt</a:t>
            </a:r>
            <a:r>
              <a:rPr/>
              <a:t> </a:t>
            </a:r>
            <a:r>
              <a:rPr/>
              <a:t>here.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Bidirectional</a:t>
            </a:r>
            <a:r>
              <a:rPr/>
              <a:t> </a:t>
            </a:r>
            <a:r>
              <a:rPr/>
              <a:t>symmetry?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RSSI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remRSSI</a:t>
            </a:r>
            <a:r>
              <a:rPr/>
              <a:t> </a:t>
            </a:r>
            <a:r>
              <a:rPr/>
              <a:t>stay</a:t>
            </a:r>
            <a:r>
              <a:rPr/>
              <a:t> </a:t>
            </a:r>
            <a:r>
              <a:rPr/>
              <a:t>within</a:t>
            </a:r>
            <a:r>
              <a:rPr/>
              <a:t> </a:t>
            </a:r>
            <a:r>
              <a:rPr/>
              <a:t>5-10</a:t>
            </a:r>
            <a:r>
              <a:rPr/>
              <a:t> </a:t>
            </a:r>
            <a:r>
              <a:rPr/>
              <a:t>points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other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walk;</a:t>
            </a:r>
            <a:r>
              <a:rPr/>
              <a:t> </a:t>
            </a:r>
            <a:r>
              <a:rPr/>
              <a:t>link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symmetric.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Gotcha</a:t>
            </a:r>
            <a:r>
              <a:rPr/>
              <a:t> </a:t>
            </a:r>
            <a:r>
              <a:rPr/>
              <a:t>worth</a:t>
            </a:r>
            <a:r>
              <a:rPr/>
              <a:t> </a:t>
            </a:r>
            <a:r>
              <a:rPr/>
              <a:t>mentioning?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SiK</a:t>
            </a:r>
            <a:r>
              <a:rPr/>
              <a:t> </a:t>
            </a:r>
            <a:r>
              <a:rPr/>
              <a:t>V3</a:t>
            </a:r>
            <a:r>
              <a:rPr/>
              <a:t> </a:t>
            </a:r>
            <a:r>
              <a:rPr/>
              <a:t>only</a:t>
            </a:r>
            <a:r>
              <a:rPr/>
              <a:t> </a:t>
            </a:r>
            <a:r>
              <a:rPr/>
              <a:t>injects</a:t>
            </a:r>
            <a:r>
              <a:rPr/>
              <a:t> </a:t>
            </a:r>
            <a:r>
              <a:rPr/>
              <a:t>RADIO_STATUS</a:t>
            </a:r>
            <a:r>
              <a:rPr/>
              <a:t> </a:t>
            </a:r>
            <a:r>
              <a:rPr/>
              <a:t>messages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bidirectional</a:t>
            </a:r>
            <a:r>
              <a:rPr/>
              <a:t> </a:t>
            </a:r>
            <a:r>
              <a:rPr/>
              <a:t>MAVLink</a:t>
            </a:r>
            <a:r>
              <a:rPr/>
              <a:t> </a:t>
            </a:r>
            <a:r>
              <a:rPr/>
              <a:t>traffic.</a:t>
            </a:r>
            <a:r>
              <a:rPr/>
              <a:t> </a:t>
            </a:r>
            <a:r>
              <a:rPr/>
              <a:t>Bare</a:t>
            </a:r>
            <a:r>
              <a:rPr/>
              <a:t> </a:t>
            </a:r>
            <a:r>
              <a:rPr/>
              <a:t>pymavlink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GCS</a:t>
            </a:r>
            <a:r>
              <a:rPr/>
              <a:t> </a:t>
            </a:r>
            <a:r>
              <a:rPr/>
              <a:t>heartbeat</a:t>
            </a:r>
            <a:r>
              <a:rPr/>
              <a:t> </a:t>
            </a:r>
            <a:r>
              <a:rPr/>
              <a:t>thread</a:t>
            </a:r>
            <a:r>
              <a:rPr/>
              <a:t> </a:t>
            </a:r>
            <a:r>
              <a:rPr/>
              <a:t>keeps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radio</a:t>
            </a:r>
            <a:r>
              <a:rPr/>
              <a:t> </a:t>
            </a:r>
            <a:r>
              <a:rPr/>
              <a:t>silent.</a:t>
            </a:r>
            <a:r>
              <a:rPr/>
              <a:t> </a:t>
            </a:r>
            <a:r>
              <a:rPr/>
              <a:t>Bridge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tool</a:t>
            </a:r>
            <a:r>
              <a:rPr/>
              <a:t> </a:t>
            </a:r>
            <a:r>
              <a:rPr/>
              <a:t>both</a:t>
            </a:r>
            <a:r>
              <a:rPr/>
              <a:t> </a:t>
            </a:r>
            <a:r>
              <a:rPr/>
              <a:t>implement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Hz</a:t>
            </a:r>
            <a:r>
              <a:rPr/>
              <a:t> </a:t>
            </a:r>
            <a:r>
              <a:rPr/>
              <a:t>heartbeat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keep</a:t>
            </a:r>
            <a:r>
              <a:rPr/>
              <a:t> </a:t>
            </a:r>
            <a:r>
              <a:rPr/>
              <a:t>traffic</a:t>
            </a:r>
            <a:r>
              <a:rPr/>
              <a:t> </a:t>
            </a:r>
            <a:r>
              <a:rPr/>
              <a:t>flowing.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Final</a:t>
            </a:r>
            <a:r>
              <a:rPr/>
              <a:t> </a:t>
            </a:r>
            <a:r>
              <a:rPr/>
              <a:t>requirements</a:t>
            </a:r>
            <a:r>
              <a:rPr/>
              <a:t> </a:t>
            </a:r>
            <a:r>
              <a:rPr/>
              <a:t>verdict.</a:t>
            </a:r>
            <a:r>
              <a:rPr/>
              <a:t> </a:t>
            </a:r>
            <a:r>
              <a:rPr/>
              <a:t>15</a:t>
            </a:r>
            <a:r>
              <a:rPr/>
              <a:t> </a:t>
            </a:r>
            <a:r>
              <a:rPr/>
              <a:t>total</a:t>
            </a:r>
            <a:r>
              <a:rPr/>
              <a:t> </a:t>
            </a:r>
            <a:r>
              <a:rPr/>
              <a:t>requirements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functional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non-functional.</a:t>
            </a:r>
            <a:r>
              <a:rPr/>
              <a:t> </a:t>
            </a:r>
            <a:r>
              <a:rPr/>
              <a:t>10</a:t>
            </a:r>
            <a:r>
              <a:rPr/>
              <a:t> </a:t>
            </a:r>
            <a:r>
              <a:rPr/>
              <a:t>met,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partial,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unmeasured.</a:t>
            </a:r>
            <a:r>
              <a:rPr/>
              <a:t> </a:t>
            </a:r>
            <a:r>
              <a:rPr/>
              <a:t>“</a:t>
            </a:r>
            <a:r>
              <a:rPr/>
              <a:t>Met</a:t>
            </a:r>
            <a:r>
              <a:rPr/>
              <a:t>”</a:t>
            </a:r>
            <a:r>
              <a:rPr/>
              <a:t> </a:t>
            </a:r>
            <a:r>
              <a:rPr/>
              <a:t>means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evidence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dissertation.</a:t>
            </a:r>
            <a:r>
              <a:rPr/>
              <a:t> </a:t>
            </a:r>
            <a:r>
              <a:rPr/>
              <a:t>“</a:t>
            </a:r>
            <a:r>
              <a:rPr/>
              <a:t>Partial</a:t>
            </a:r>
            <a:r>
              <a:rPr/>
              <a:t>”</a:t>
            </a:r>
            <a:r>
              <a:rPr/>
              <a:t> </a:t>
            </a:r>
            <a:r>
              <a:rPr/>
              <a:t>means</a:t>
            </a:r>
            <a:r>
              <a:rPr/>
              <a:t> </a:t>
            </a:r>
            <a:r>
              <a:rPr/>
              <a:t>evidence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incomplete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dimension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typically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LOS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motors-on</a:t>
            </a:r>
            <a:r>
              <a:rPr/>
              <a:t> </a:t>
            </a:r>
            <a:r>
              <a:rPr/>
              <a:t>flight.</a:t>
            </a:r>
            <a:r>
              <a:rPr/>
              <a:t> </a:t>
            </a:r>
            <a:r>
              <a:rPr/>
              <a:t>“</a:t>
            </a:r>
            <a:r>
              <a:rPr/>
              <a:t>Unmeasured</a:t>
            </a:r>
            <a:r>
              <a:rPr/>
              <a:t>”</a:t>
            </a:r>
            <a:r>
              <a:rPr/>
              <a:t> </a:t>
            </a:r>
            <a:r>
              <a:rPr/>
              <a:t>means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wasn’t</a:t>
            </a:r>
            <a:r>
              <a:rPr/>
              <a:t> </a:t>
            </a:r>
            <a:r>
              <a:rPr/>
              <a:t>run,</a:t>
            </a:r>
            <a:r>
              <a:rPr/>
              <a:t> </a:t>
            </a:r>
            <a:r>
              <a:rPr/>
              <a:t>mostly</a:t>
            </a:r>
            <a:r>
              <a:rPr/>
              <a:t> </a:t>
            </a:r>
            <a:r>
              <a:rPr/>
              <a:t>because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requires</a:t>
            </a:r>
            <a:r>
              <a:rPr/>
              <a:t> </a:t>
            </a:r>
            <a:r>
              <a:rPr/>
              <a:t>powered</a:t>
            </a:r>
            <a:r>
              <a:rPr/>
              <a:t> </a:t>
            </a:r>
            <a:r>
              <a:rPr/>
              <a:t>hardware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been</a:t>
            </a:r>
            <a:r>
              <a:rPr/>
              <a:t> </a:t>
            </a:r>
            <a:r>
              <a:rPr/>
              <a:t>deferred.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verdict</a:t>
            </a:r>
            <a:r>
              <a:rPr/>
              <a:t> </a:t>
            </a:r>
            <a:r>
              <a:rPr/>
              <a:t>carried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is:</a:t>
            </a:r>
            <a:r>
              <a:rPr/>
              <a:t> </a:t>
            </a:r>
            <a:r>
              <a:rPr/>
              <a:t>“</a:t>
            </a:r>
            <a:r>
              <a:rPr/>
              <a:t>supported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plus</a:t>
            </a:r>
            <a:r>
              <a:rPr/>
              <a:t> </a:t>
            </a:r>
            <a:r>
              <a:rPr/>
              <a:t>hardware-validated</a:t>
            </a:r>
            <a:r>
              <a:rPr/>
              <a:t> </a:t>
            </a:r>
            <a:r>
              <a:rPr/>
              <a:t>software</a:t>
            </a:r>
            <a:r>
              <a:rPr/>
              <a:t> </a:t>
            </a:r>
            <a:r>
              <a:rPr/>
              <a:t>stack.</a:t>
            </a:r>
            <a:r>
              <a:rPr/>
              <a:t>”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last</a:t>
            </a:r>
            <a:r>
              <a:rPr/>
              <a:t> </a:t>
            </a:r>
            <a:r>
              <a:rPr/>
              <a:t>clause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load-bearing.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acknowledges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haven’t</a:t>
            </a:r>
            <a:r>
              <a:rPr/>
              <a:t> </a:t>
            </a:r>
            <a:r>
              <a:rPr/>
              <a:t>done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powered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while</a:t>
            </a:r>
            <a:r>
              <a:rPr/>
              <a:t> </a:t>
            </a:r>
            <a:r>
              <a:rPr/>
              <a:t>affirming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software</a:t>
            </a:r>
            <a:r>
              <a:rPr/>
              <a:t> </a:t>
            </a:r>
            <a:r>
              <a:rPr/>
              <a:t>path</a:t>
            </a:r>
            <a:r>
              <a:rPr/>
              <a:t> </a:t>
            </a:r>
            <a:r>
              <a:rPr/>
              <a:t>runs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hardware.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Which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unmeasured?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T7</a:t>
            </a:r>
            <a:r>
              <a:rPr/>
              <a:t> </a:t>
            </a:r>
            <a:r>
              <a:rPr/>
              <a:t>endurance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processing</a:t>
            </a:r>
            <a:r>
              <a:rPr/>
              <a:t> </a:t>
            </a:r>
            <a:r>
              <a:rPr/>
              <a:t>load,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T1</a:t>
            </a:r>
            <a:r>
              <a:rPr/>
              <a:t> </a:t>
            </a:r>
            <a:r>
              <a:rPr/>
              <a:t>quantitative</a:t>
            </a:r>
            <a:r>
              <a:rPr/>
              <a:t> </a:t>
            </a:r>
            <a:r>
              <a:rPr/>
              <a:t>detection</a:t>
            </a:r>
            <a:r>
              <a:rPr/>
              <a:t> </a:t>
            </a:r>
            <a:r>
              <a:rPr/>
              <a:t>accuracy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labelled</a:t>
            </a:r>
            <a:r>
              <a:rPr/>
              <a:t> </a:t>
            </a:r>
            <a:r>
              <a:rPr/>
              <a:t>AutonoBird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set.</a:t>
            </a:r>
            <a:r>
              <a:rPr/>
              <a:t> </a:t>
            </a:r>
            <a:r>
              <a:rPr/>
              <a:t>Both</a:t>
            </a:r>
            <a:r>
              <a:rPr/>
              <a:t> </a:t>
            </a:r>
            <a:r>
              <a:rPr/>
              <a:t>gated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hardware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time.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“</a:t>
            </a:r>
            <a:r>
              <a:rPr/>
              <a:t>fully</a:t>
            </a:r>
            <a:r>
              <a:rPr/>
              <a:t> </a:t>
            </a:r>
            <a:r>
              <a:rPr/>
              <a:t>met</a:t>
            </a:r>
            <a:r>
              <a:rPr/>
              <a:t>”</a:t>
            </a:r>
            <a:r>
              <a:rPr/>
              <a:t>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academic</a:t>
            </a:r>
            <a:r>
              <a:rPr/>
              <a:t> </a:t>
            </a:r>
            <a:r>
              <a:rPr/>
              <a:t>honesty.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claim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can’t</a:t>
            </a:r>
            <a:r>
              <a:rPr/>
              <a:t> </a:t>
            </a:r>
            <a:r>
              <a:rPr/>
              <a:t>show.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Could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re-run</a:t>
            </a:r>
            <a:r>
              <a:rPr/>
              <a:t> </a:t>
            </a:r>
            <a:r>
              <a:rPr/>
              <a:t>T1</a:t>
            </a:r>
            <a:r>
              <a:rPr/>
              <a:t> </a:t>
            </a:r>
            <a:r>
              <a:rPr/>
              <a:t>against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public</a:t>
            </a:r>
            <a:r>
              <a:rPr/>
              <a:t> </a:t>
            </a:r>
            <a:r>
              <a:rPr/>
              <a:t>COCO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set?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yes,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fallback</a:t>
            </a:r>
            <a:r>
              <a:rPr/>
              <a:t> </a:t>
            </a:r>
            <a:r>
              <a:rPr/>
              <a:t>if</a:t>
            </a:r>
            <a:r>
              <a:rPr/>
              <a:t> </a:t>
            </a:r>
            <a:r>
              <a:rPr/>
              <a:t>labelled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footage</a:t>
            </a:r>
            <a:r>
              <a:rPr/>
              <a:t> </a:t>
            </a:r>
            <a:r>
              <a:rPr/>
              <a:t>isn’t</a:t>
            </a:r>
            <a:r>
              <a:rPr/>
              <a:t> </a:t>
            </a:r>
            <a:r>
              <a:rPr/>
              <a:t>available;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done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timeframe.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Four</a:t>
            </a:r>
            <a:r>
              <a:rPr/>
              <a:t> </a:t>
            </a:r>
            <a:r>
              <a:rPr/>
              <a:t>big</a:t>
            </a:r>
            <a:r>
              <a:rPr/>
              <a:t> </a:t>
            </a:r>
            <a:r>
              <a:rPr/>
              <a:t>honest</a:t>
            </a:r>
            <a:r>
              <a:rPr/>
              <a:t> </a:t>
            </a:r>
            <a:r>
              <a:rPr/>
              <a:t>limitations.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powered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yet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imaging</a:t>
            </a:r>
            <a:r>
              <a:rPr/>
              <a:t> </a:t>
            </a:r>
            <a:r>
              <a:rPr/>
              <a:t>stack</a:t>
            </a:r>
            <a:r>
              <a:rPr/>
              <a:t> </a:t>
            </a:r>
            <a:r>
              <a:rPr/>
              <a:t>mounted.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headline</a:t>
            </a:r>
            <a:r>
              <a:rPr/>
              <a:t> </a:t>
            </a:r>
            <a:r>
              <a:rPr/>
              <a:t>gap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it’s</a:t>
            </a:r>
            <a:r>
              <a:rPr/>
              <a:t> </a:t>
            </a:r>
            <a:r>
              <a:rPr/>
              <a:t>deferred</a:t>
            </a:r>
            <a:r>
              <a:rPr/>
              <a:t> </a:t>
            </a:r>
            <a:r>
              <a:rPr/>
              <a:t>behind</a:t>
            </a:r>
            <a:r>
              <a:rPr/>
              <a:t> </a:t>
            </a:r>
            <a:r>
              <a:rPr/>
              <a:t>submission.</a:t>
            </a:r>
            <a:r>
              <a:rPr/>
              <a:t> </a:t>
            </a:r>
            <a:r>
              <a:rPr/>
              <a:t>Second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compass</a:t>
            </a:r>
            <a:r>
              <a:rPr/>
              <a:t> </a:t>
            </a:r>
            <a:r>
              <a:rPr/>
              <a:t>calibration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pending;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indoor</a:t>
            </a:r>
            <a:r>
              <a:rPr/>
              <a:t> </a:t>
            </a:r>
            <a:r>
              <a:rPr/>
              <a:t>cal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yellow</a:t>
            </a:r>
            <a:r>
              <a:rPr/>
              <a:t> </a:t>
            </a:r>
            <a:r>
              <a:rPr/>
              <a:t>because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rebar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parked</a:t>
            </a:r>
            <a:r>
              <a:rPr/>
              <a:t> </a:t>
            </a:r>
            <a:r>
              <a:rPr/>
              <a:t>cars.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gate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hover.</a:t>
            </a:r>
            <a:r>
              <a:rPr/>
              <a:t> </a:t>
            </a:r>
            <a:r>
              <a:rPr/>
              <a:t>Third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gesture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code-complete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both</a:t>
            </a:r>
            <a:r>
              <a:rPr/>
              <a:t> </a:t>
            </a:r>
            <a:r>
              <a:rPr/>
              <a:t>perception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autonomy</a:t>
            </a:r>
            <a:r>
              <a:rPr/>
              <a:t> </a:t>
            </a:r>
            <a:r>
              <a:rPr/>
              <a:t>sides,</a:t>
            </a:r>
            <a:r>
              <a:rPr/>
              <a:t> </a:t>
            </a:r>
            <a:r>
              <a:rPr/>
              <a:t>validated</a:t>
            </a:r>
            <a:r>
              <a:rPr/>
              <a:t> </a:t>
            </a:r>
            <a:r>
              <a:rPr/>
              <a:t>against</a:t>
            </a:r>
            <a:r>
              <a:rPr/>
              <a:t> </a:t>
            </a:r>
            <a:r>
              <a:rPr/>
              <a:t>synthetic</a:t>
            </a:r>
            <a:r>
              <a:rPr/>
              <a:t> </a:t>
            </a:r>
            <a:r>
              <a:rPr/>
              <a:t>keypoints,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pose</a:t>
            </a:r>
            <a:r>
              <a:rPr/>
              <a:t> </a:t>
            </a:r>
            <a:r>
              <a:rPr/>
              <a:t>decoder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untested</a:t>
            </a:r>
            <a:r>
              <a:rPr/>
              <a:t> </a:t>
            </a:r>
            <a:r>
              <a:rPr/>
              <a:t>against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Hailo</a:t>
            </a:r>
            <a:r>
              <a:rPr/>
              <a:t> </a:t>
            </a:r>
            <a:r>
              <a:rPr/>
              <a:t>output.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validates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assumed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layout.</a:t>
            </a:r>
            <a:r>
              <a:rPr/>
              <a:t> </a:t>
            </a:r>
            <a:r>
              <a:rPr/>
              <a:t>Fourth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telemetry</a:t>
            </a:r>
            <a:r>
              <a:rPr/>
              <a:t> </a:t>
            </a:r>
            <a:r>
              <a:rPr/>
              <a:t>distance</a:t>
            </a:r>
            <a:r>
              <a:rPr/>
              <a:t> </a:t>
            </a:r>
            <a:r>
              <a:rPr/>
              <a:t>tests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far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indoor</a:t>
            </a:r>
            <a:r>
              <a:rPr/>
              <a:t> </a:t>
            </a:r>
            <a:r>
              <a:rPr/>
              <a:t>through-wall,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line-of-sight.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deferred?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time.</a:t>
            </a:r>
            <a:r>
              <a:rPr/>
              <a:t> </a:t>
            </a:r>
            <a:r>
              <a:rPr/>
              <a:t>Stage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needs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compass</a:t>
            </a:r>
            <a:r>
              <a:rPr/>
              <a:t> </a:t>
            </a:r>
            <a:r>
              <a:rPr/>
              <a:t>cal</a:t>
            </a:r>
            <a:r>
              <a:rPr/>
              <a:t> </a:t>
            </a:r>
            <a:r>
              <a:rPr/>
              <a:t>plus</a:t>
            </a:r>
            <a:r>
              <a:rPr/>
              <a:t> </a:t>
            </a:r>
            <a:r>
              <a:rPr/>
              <a:t>CG</a:t>
            </a:r>
            <a:r>
              <a:rPr/>
              <a:t> </a:t>
            </a:r>
            <a:r>
              <a:rPr/>
              <a:t>re-check</a:t>
            </a:r>
            <a:r>
              <a:rPr/>
              <a:t> </a:t>
            </a:r>
            <a:r>
              <a:rPr/>
              <a:t>plus</a:t>
            </a:r>
            <a:r>
              <a:rPr/>
              <a:t> </a:t>
            </a:r>
            <a:r>
              <a:rPr/>
              <a:t>thrust-margin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before</a:t>
            </a:r>
            <a:r>
              <a:rPr/>
              <a:t> </a:t>
            </a:r>
            <a:r>
              <a:rPr/>
              <a:t>any</a:t>
            </a:r>
            <a:r>
              <a:rPr/>
              <a:t> </a:t>
            </a:r>
            <a:r>
              <a:rPr/>
              <a:t>powered</a:t>
            </a:r>
            <a:r>
              <a:rPr/>
              <a:t> </a:t>
            </a:r>
            <a:r>
              <a:rPr/>
              <a:t>arming,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deadline</a:t>
            </a:r>
            <a:r>
              <a:rPr/>
              <a:t> </a:t>
            </a:r>
            <a:r>
              <a:rPr/>
              <a:t>came</a:t>
            </a:r>
            <a:r>
              <a:rPr/>
              <a:t> </a:t>
            </a:r>
            <a:r>
              <a:rPr/>
              <a:t>first.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What’s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risk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pose</a:t>
            </a:r>
            <a:r>
              <a:rPr/>
              <a:t> </a:t>
            </a:r>
            <a:r>
              <a:rPr/>
              <a:t>decoder</a:t>
            </a:r>
            <a:r>
              <a:rPr/>
              <a:t> </a:t>
            </a:r>
            <a:r>
              <a:rPr/>
              <a:t>breaking?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defensive</a:t>
            </a:r>
            <a:r>
              <a:rPr/>
              <a:t> </a:t>
            </a:r>
            <a:r>
              <a:rPr/>
              <a:t>multi-format</a:t>
            </a:r>
            <a:r>
              <a:rPr/>
              <a:t> </a:t>
            </a:r>
            <a:r>
              <a:rPr/>
              <a:t>decoder</a:t>
            </a:r>
            <a:r>
              <a:rPr/>
              <a:t> </a:t>
            </a:r>
            <a:r>
              <a:rPr/>
              <a:t>already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place;</a:t>
            </a:r>
            <a:r>
              <a:rPr/>
              <a:t> </a:t>
            </a:r>
            <a:r>
              <a:rPr/>
              <a:t>worst</a:t>
            </a:r>
            <a:r>
              <a:rPr/>
              <a:t> </a:t>
            </a:r>
            <a:r>
              <a:rPr/>
              <a:t>case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tensor-shape</a:t>
            </a:r>
            <a:r>
              <a:rPr/>
              <a:t> </a:t>
            </a:r>
            <a:r>
              <a:rPr/>
              <a:t>iteration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match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HEF</a:t>
            </a:r>
            <a:r>
              <a:rPr/>
              <a:t> </a:t>
            </a:r>
            <a:r>
              <a:rPr/>
              <a:t>output.</a:t>
            </a:r>
            <a:r>
              <a:rPr/>
              <a:t> </a:t>
            </a:r>
            <a:r>
              <a:rPr/>
              <a:t>Manageable.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What’s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worst-case</a:t>
            </a:r>
            <a:r>
              <a:rPr/>
              <a:t> </a:t>
            </a:r>
            <a:r>
              <a:rPr/>
              <a:t>timeline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close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four?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Stage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hardware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longest</a:t>
            </a:r>
            <a:r>
              <a:rPr/>
              <a:t> </a:t>
            </a:r>
            <a:r>
              <a:rPr/>
              <a:t>path;</a:t>
            </a:r>
            <a:r>
              <a:rPr/>
              <a:t> </a:t>
            </a:r>
            <a:r>
              <a:rPr/>
              <a:t>estimating</a:t>
            </a:r>
            <a:r>
              <a:rPr/>
              <a:t> </a:t>
            </a:r>
            <a:r>
              <a:rPr/>
              <a:t>two-to-three</a:t>
            </a:r>
            <a:r>
              <a:rPr/>
              <a:t> </a:t>
            </a:r>
            <a:r>
              <a:rPr/>
              <a:t>sessions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weather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Future</a:t>
            </a:r>
            <a:r>
              <a:rPr/>
              <a:t> </a:t>
            </a:r>
            <a:r>
              <a:rPr/>
              <a:t>work,</a:t>
            </a:r>
            <a:r>
              <a:rPr/>
              <a:t> </a:t>
            </a:r>
            <a:r>
              <a:rPr/>
              <a:t>roughly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increasing</a:t>
            </a:r>
            <a:r>
              <a:rPr/>
              <a:t> </a:t>
            </a:r>
            <a:r>
              <a:rPr/>
              <a:t>order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effort.</a:t>
            </a:r>
            <a:r>
              <a:rPr/>
              <a:t> </a:t>
            </a:r>
            <a:r>
              <a:rPr/>
              <a:t>Indoor</a:t>
            </a:r>
            <a:r>
              <a:rPr/>
              <a:t> </a:t>
            </a:r>
            <a:r>
              <a:rPr/>
              <a:t>netted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first,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open-field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Stage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next</a:t>
            </a:r>
            <a:r>
              <a:rPr/>
              <a:t> </a:t>
            </a:r>
            <a:r>
              <a:rPr/>
              <a:t>milestone.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live</a:t>
            </a:r>
            <a:r>
              <a:rPr/>
              <a:t> </a:t>
            </a:r>
            <a:r>
              <a:rPr/>
              <a:t>gesture</a:t>
            </a:r>
            <a:r>
              <a:rPr/>
              <a:t> </a:t>
            </a:r>
            <a:r>
              <a:rPr/>
              <a:t>validation:</a:t>
            </a:r>
            <a:r>
              <a:rPr/>
              <a:t> </a:t>
            </a:r>
            <a:r>
              <a:rPr/>
              <a:t>STOP,</a:t>
            </a:r>
            <a:r>
              <a:rPr/>
              <a:t> </a:t>
            </a:r>
            <a:r>
              <a:rPr/>
              <a:t>LAND,</a:t>
            </a:r>
            <a:r>
              <a:rPr/>
              <a:t> </a:t>
            </a:r>
            <a:r>
              <a:rPr/>
              <a:t>COME,</a:t>
            </a:r>
            <a:r>
              <a:rPr/>
              <a:t> </a:t>
            </a:r>
            <a:r>
              <a:rPr/>
              <a:t>RECEDE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COCO-17</a:t>
            </a:r>
            <a:r>
              <a:rPr/>
              <a:t> </a:t>
            </a:r>
            <a:r>
              <a:rPr/>
              <a:t>body</a:t>
            </a:r>
            <a:r>
              <a:rPr/>
              <a:t> </a:t>
            </a:r>
            <a:r>
              <a:rPr/>
              <a:t>keypoints.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closes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in-flight</a:t>
            </a:r>
            <a:r>
              <a:rPr/>
              <a:t> </a:t>
            </a:r>
            <a:r>
              <a:rPr/>
              <a:t>command</a:t>
            </a:r>
            <a:r>
              <a:rPr/>
              <a:t> </a:t>
            </a:r>
            <a:r>
              <a:rPr/>
              <a:t>modality</a:t>
            </a:r>
            <a:r>
              <a:rPr/>
              <a:t> </a:t>
            </a:r>
            <a:r>
              <a:rPr/>
              <a:t>story</a:t>
            </a:r>
            <a:r>
              <a:rPr/>
              <a:t> </a:t>
            </a:r>
            <a:r>
              <a:rPr/>
              <a:t>since</a:t>
            </a:r>
            <a:r>
              <a:rPr/>
              <a:t> </a:t>
            </a:r>
            <a:r>
              <a:rPr/>
              <a:t>voice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unworkable</a:t>
            </a:r>
            <a:r>
              <a:rPr/>
              <a:t> </a:t>
            </a:r>
            <a:r>
              <a:rPr/>
              <a:t>due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motor</a:t>
            </a:r>
            <a:r>
              <a:rPr/>
              <a:t> </a:t>
            </a:r>
            <a:r>
              <a:rPr/>
              <a:t>acoustic</a:t>
            </a:r>
            <a:r>
              <a:rPr/>
              <a:t> </a:t>
            </a:r>
            <a:r>
              <a:rPr/>
              <a:t>SNR.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person</a:t>
            </a:r>
            <a:r>
              <a:rPr/>
              <a:t> </a:t>
            </a:r>
            <a:r>
              <a:rPr/>
              <a:t>recognition</a:t>
            </a:r>
            <a:r>
              <a:rPr/>
              <a:t> </a:t>
            </a:r>
            <a:r>
              <a:rPr/>
              <a:t>via</a:t>
            </a:r>
            <a:r>
              <a:rPr/>
              <a:t> </a:t>
            </a:r>
            <a:r>
              <a:rPr/>
              <a:t>OSNet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CLIP</a:t>
            </a:r>
            <a:r>
              <a:rPr/>
              <a:t> </a:t>
            </a:r>
            <a:r>
              <a:rPr/>
              <a:t>embeddings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FAISS</a:t>
            </a:r>
            <a:r>
              <a:rPr/>
              <a:t> </a:t>
            </a:r>
            <a:r>
              <a:rPr/>
              <a:t>vector</a:t>
            </a:r>
            <a:r>
              <a:rPr/>
              <a:t> </a:t>
            </a:r>
            <a:r>
              <a:rPr/>
              <a:t>index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that’s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recall-a-specific-person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case.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integration</a:t>
            </a:r>
            <a:r>
              <a:rPr/>
              <a:t> </a:t>
            </a:r>
            <a:r>
              <a:rPr/>
              <a:t>tail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ROS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wrapper,</a:t>
            </a:r>
            <a:r>
              <a:rPr/>
              <a:t> </a:t>
            </a:r>
            <a:r>
              <a:rPr/>
              <a:t>Meshtastic</a:t>
            </a:r>
            <a:r>
              <a:rPr/>
              <a:t> </a:t>
            </a:r>
            <a:r>
              <a:rPr/>
              <a:t>mesh</a:t>
            </a:r>
            <a:r>
              <a:rPr/>
              <a:t> </a:t>
            </a:r>
            <a:r>
              <a:rPr/>
              <a:t>radio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off-grid</a:t>
            </a:r>
            <a:r>
              <a:rPr/>
              <a:t> </a:t>
            </a:r>
            <a:r>
              <a:rPr/>
              <a:t>telemetry,</a:t>
            </a:r>
            <a:r>
              <a:rPr/>
              <a:t> </a:t>
            </a:r>
            <a:r>
              <a:rPr/>
              <a:t>ATAK</a:t>
            </a:r>
            <a:r>
              <a:rPr/>
              <a:t> </a:t>
            </a:r>
            <a:r>
              <a:rPr/>
              <a:t>tactical-overlay</a:t>
            </a:r>
            <a:r>
              <a:rPr/>
              <a:t> </a:t>
            </a:r>
            <a:r>
              <a:rPr/>
              <a:t>support.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vibration</a:t>
            </a:r>
            <a:r>
              <a:rPr/>
              <a:t> </a:t>
            </a:r>
            <a:r>
              <a:rPr/>
              <a:t>analysis</a:t>
            </a:r>
            <a:r>
              <a:rPr/>
              <a:t> </a:t>
            </a:r>
            <a:r>
              <a:rPr/>
              <a:t>once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actually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powered</a:t>
            </a:r>
            <a:r>
              <a:rPr/>
              <a:t> </a:t>
            </a:r>
            <a:r>
              <a:rPr/>
              <a:t>flight</a:t>
            </a:r>
            <a:r>
              <a:rPr/>
              <a:t> </a:t>
            </a:r>
            <a:r>
              <a:rPr/>
              <a:t>logs.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Which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closest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done?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Stage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indoor</a:t>
            </a:r>
            <a:r>
              <a:rPr/>
              <a:t> </a:t>
            </a:r>
            <a:r>
              <a:rPr/>
              <a:t>hover;</a:t>
            </a:r>
            <a:r>
              <a:rPr/>
              <a:t> </a:t>
            </a:r>
            <a:r>
              <a:rPr/>
              <a:t>everything</a:t>
            </a:r>
            <a:r>
              <a:rPr/>
              <a:t> </a:t>
            </a:r>
            <a:r>
              <a:rPr/>
              <a:t>else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gated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it.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ATAK?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military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first-responder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cases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strongest</a:t>
            </a:r>
            <a:r>
              <a:rPr/>
              <a:t> </a:t>
            </a:r>
            <a:r>
              <a:rPr/>
              <a:t>natural</a:t>
            </a:r>
            <a:r>
              <a:rPr/>
              <a:t> </a:t>
            </a:r>
            <a:r>
              <a:rPr/>
              <a:t>fit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hardware</a:t>
            </a:r>
            <a:r>
              <a:rPr/>
              <a:t> </a:t>
            </a:r>
            <a:r>
              <a:rPr/>
              <a:t>budget;</a:t>
            </a:r>
            <a:r>
              <a:rPr/>
              <a:t> </a:t>
            </a:r>
            <a:r>
              <a:rPr/>
              <a:t>ATAK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standard</a:t>
            </a:r>
            <a:r>
              <a:rPr/>
              <a:t> </a:t>
            </a:r>
            <a:r>
              <a:rPr/>
              <a:t>tactical</a:t>
            </a:r>
            <a:r>
              <a:rPr/>
              <a:t> </a:t>
            </a:r>
            <a:r>
              <a:rPr/>
              <a:t>overlay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audience.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voice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primary</a:t>
            </a:r>
            <a:r>
              <a:rPr/>
              <a:t> </a:t>
            </a:r>
            <a:r>
              <a:rPr/>
              <a:t>in-flight</a:t>
            </a:r>
            <a:r>
              <a:rPr/>
              <a:t> </a:t>
            </a:r>
            <a:r>
              <a:rPr/>
              <a:t>modality?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motor</a:t>
            </a:r>
            <a:r>
              <a:rPr/>
              <a:t> </a:t>
            </a:r>
            <a:r>
              <a:rPr/>
              <a:t>noise</a:t>
            </a:r>
            <a:r>
              <a:rPr/>
              <a:t> </a:t>
            </a:r>
            <a:r>
              <a:rPr/>
              <a:t>dominates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on-board</a:t>
            </a:r>
            <a:r>
              <a:rPr/>
              <a:t> </a:t>
            </a:r>
            <a:r>
              <a:rPr/>
              <a:t>mic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75-85</a:t>
            </a:r>
            <a:r>
              <a:rPr/>
              <a:t> </a:t>
            </a:r>
            <a:r>
              <a:rPr/>
              <a:t>dB,</a:t>
            </a:r>
            <a:r>
              <a:rPr/>
              <a:t> </a:t>
            </a:r>
            <a:r>
              <a:rPr/>
              <a:t>voice</a:t>
            </a:r>
            <a:r>
              <a:rPr/>
              <a:t> </a:t>
            </a:r>
            <a:r>
              <a:rPr/>
              <a:t>attenuates</a:t>
            </a:r>
            <a:r>
              <a:rPr/>
              <a:t> </a:t>
            </a:r>
            <a:r>
              <a:rPr/>
              <a:t>6</a:t>
            </a:r>
            <a:r>
              <a:rPr/>
              <a:t> </a:t>
            </a:r>
            <a:r>
              <a:rPr/>
              <a:t>dB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doubling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distance,</a:t>
            </a:r>
            <a:r>
              <a:rPr/>
              <a:t> </a:t>
            </a:r>
            <a:r>
              <a:rPr/>
              <a:t>mic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wrong</a:t>
            </a:r>
            <a:r>
              <a:rPr/>
              <a:t> </a:t>
            </a:r>
            <a:r>
              <a:rPr/>
              <a:t>end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link,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ASR</a:t>
            </a:r>
            <a:r>
              <a:rPr/>
              <a:t> </a:t>
            </a:r>
            <a:r>
              <a:rPr/>
              <a:t>latency</a:t>
            </a:r>
            <a:r>
              <a:rPr/>
              <a:t> </a:t>
            </a:r>
            <a:r>
              <a:rPr/>
              <a:t>stacks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1.5-3</a:t>
            </a:r>
            <a:r>
              <a:rPr/>
              <a:t> </a:t>
            </a:r>
            <a:r>
              <a:rPr/>
              <a:t>seconds.</a:t>
            </a:r>
            <a:r>
              <a:rPr/>
              <a:t> </a:t>
            </a:r>
            <a:r>
              <a:rPr/>
              <a:t>Acoustic</a:t>
            </a:r>
            <a:r>
              <a:rPr/>
              <a:t> </a:t>
            </a:r>
            <a:r>
              <a:rPr/>
              <a:t>SNR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hostile</a:t>
            </a:r>
            <a:r>
              <a:rPr/>
              <a:t> </a:t>
            </a:r>
            <a:r>
              <a:rPr/>
              <a:t>airborne.</a:t>
            </a:r>
            <a:r>
              <a:rPr/>
              <a:t> </a:t>
            </a:r>
            <a:r>
              <a:rPr/>
              <a:t>Voice</a:t>
            </a:r>
            <a:r>
              <a:rPr/>
              <a:t> </a:t>
            </a:r>
            <a:r>
              <a:rPr/>
              <a:t>stays</a:t>
            </a:r>
            <a:r>
              <a:rPr/>
              <a:t> </a:t>
            </a:r>
            <a:r>
              <a:rPr/>
              <a:t>useful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bench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pre-flight</a:t>
            </a:r>
            <a:r>
              <a:rPr/>
              <a:t> </a:t>
            </a:r>
            <a:r>
              <a:rPr/>
              <a:t>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Switching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machine</a:t>
            </a:r>
            <a:r>
              <a:rPr/>
              <a:t> </a:t>
            </a:r>
            <a:r>
              <a:rPr/>
              <a:t>now.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parts.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recorded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Gazebo</a:t>
            </a:r>
            <a:r>
              <a:rPr/>
              <a:t> </a:t>
            </a:r>
            <a:r>
              <a:rPr/>
              <a:t>T5</a:t>
            </a:r>
            <a:r>
              <a:rPr/>
              <a:t> </a:t>
            </a:r>
            <a:r>
              <a:rPr/>
              <a:t>outdoor</a:t>
            </a:r>
            <a:r>
              <a:rPr/>
              <a:t> </a:t>
            </a:r>
            <a:r>
              <a:rPr/>
              <a:t>showing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cylinder-avoidance</a:t>
            </a:r>
            <a:r>
              <a:rPr/>
              <a:t> </a:t>
            </a:r>
            <a:r>
              <a:rPr/>
              <a:t>result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classroom</a:t>
            </a:r>
            <a:r>
              <a:rPr/>
              <a:t> </a:t>
            </a:r>
            <a:r>
              <a:rPr/>
              <a:t>replica</a:t>
            </a:r>
            <a:r>
              <a:rPr/>
              <a:t> </a:t>
            </a:r>
            <a:r>
              <a:rPr/>
              <a:t>running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algorithms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virtual</a:t>
            </a:r>
            <a:r>
              <a:rPr/>
              <a:t> </a:t>
            </a:r>
            <a:r>
              <a:rPr/>
              <a:t>copy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room.</a:t>
            </a:r>
            <a:r>
              <a:rPr/>
              <a:t> </a:t>
            </a:r>
            <a:r>
              <a:rPr/>
              <a:t>Third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live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airframe</a:t>
            </a:r>
            <a:r>
              <a:rPr/>
              <a:t> </a:t>
            </a:r>
            <a:r>
              <a:rPr/>
              <a:t>right</a:t>
            </a:r>
            <a:r>
              <a:rPr/>
              <a:t> </a:t>
            </a:r>
            <a:r>
              <a:rPr/>
              <a:t>here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handheld,</a:t>
            </a:r>
            <a:r>
              <a:rPr/>
              <a:t> </a:t>
            </a:r>
            <a:r>
              <a:rPr/>
              <a:t>motors</a:t>
            </a:r>
            <a:r>
              <a:rPr/>
              <a:t> </a:t>
            </a:r>
            <a:r>
              <a:rPr/>
              <a:t>deliberately</a:t>
            </a:r>
            <a:r>
              <a:rPr/>
              <a:t> </a:t>
            </a:r>
            <a:r>
              <a:rPr/>
              <a:t>locked</a:t>
            </a:r>
            <a:r>
              <a:rPr/>
              <a:t> </a:t>
            </a:r>
            <a:r>
              <a:rPr/>
              <a:t>out,</a:t>
            </a:r>
            <a:r>
              <a:rPr/>
              <a:t> </a:t>
            </a:r>
            <a:r>
              <a:rPr/>
              <a:t>you’ll</a:t>
            </a:r>
            <a:r>
              <a:rPr/>
              <a:t> </a:t>
            </a:r>
            <a:r>
              <a:rPr/>
              <a:t>see</a:t>
            </a:r>
            <a:r>
              <a:rPr/>
              <a:t> </a:t>
            </a:r>
            <a:r>
              <a:rPr/>
              <a:t>YOLO</a:t>
            </a:r>
            <a:r>
              <a:rPr/>
              <a:t> </a:t>
            </a:r>
            <a:r>
              <a:rPr/>
              <a:t>detections,</a:t>
            </a:r>
            <a:r>
              <a:rPr/>
              <a:t> </a:t>
            </a:r>
            <a:r>
              <a:rPr/>
              <a:t>depth</a:t>
            </a:r>
            <a:r>
              <a:rPr/>
              <a:t> </a:t>
            </a:r>
            <a:r>
              <a:rPr/>
              <a:t>annotations,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planner-would-command</a:t>
            </a:r>
            <a:r>
              <a:rPr/>
              <a:t> </a:t>
            </a:r>
            <a:r>
              <a:rPr/>
              <a:t>logs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time.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asked:</a:t>
            </a:r>
            <a:r>
              <a:rPr/>
              <a:t> </a:t>
            </a:r>
            <a:r>
              <a:rPr/>
              <a:t>operator-script.md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runbook</a:t>
            </a:r>
            <a:r>
              <a:rPr/>
              <a:t> </a:t>
            </a:r>
            <a:r>
              <a:rPr/>
              <a:t>including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recovery</a:t>
            </a:r>
            <a:r>
              <a:rPr/>
              <a:t> </a:t>
            </a:r>
            <a:r>
              <a:rPr/>
              <a:t>procedures</a:t>
            </a:r>
            <a:r>
              <a:rPr/>
              <a:t> </a:t>
            </a:r>
            <a:r>
              <a:rPr/>
              <a:t>if</a:t>
            </a:r>
            <a:r>
              <a:rPr/>
              <a:t> </a:t>
            </a:r>
            <a:r>
              <a:rPr/>
              <a:t>any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demos</a:t>
            </a:r>
            <a:r>
              <a:rPr/>
              <a:t> </a:t>
            </a:r>
            <a:r>
              <a:rPr/>
              <a:t>hang.</a:t>
            </a:r>
            <a:r>
              <a:rPr/>
              <a:t> </a:t>
            </a:r>
            <a:r>
              <a:rPr/>
              <a:t>Don’t</a:t>
            </a:r>
            <a:r>
              <a:rPr/>
              <a:t> </a:t>
            </a:r>
            <a:r>
              <a:rPr/>
              <a:t>extend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section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Q&amp;A;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next</a:t>
            </a:r>
            <a:r>
              <a:rPr/>
              <a:t> </a:t>
            </a:r>
            <a:r>
              <a:rPr/>
              <a:t>slide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Thanks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time.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supporting</a:t>
            </a:r>
            <a:r>
              <a:rPr/>
              <a:t> </a:t>
            </a:r>
            <a:r>
              <a:rPr/>
              <a:t>tools</a:t>
            </a:r>
            <a:r>
              <a:rPr/>
              <a:t> </a:t>
            </a:r>
            <a:r>
              <a:rPr/>
              <a:t>cited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my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Benchy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NPU</a:t>
            </a:r>
            <a:r>
              <a:rPr/>
              <a:t> </a:t>
            </a:r>
            <a:r>
              <a:rPr/>
              <a:t>benchmark</a:t>
            </a:r>
            <a:r>
              <a:rPr/>
              <a:t> </a:t>
            </a:r>
            <a:r>
              <a:rPr/>
              <a:t>suite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drove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Hailo-8</a:t>
            </a:r>
            <a:r>
              <a:rPr/>
              <a:t> </a:t>
            </a:r>
            <a:r>
              <a:rPr/>
              <a:t>decision,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UPSentinel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Waveshare</a:t>
            </a:r>
            <a:r>
              <a:rPr/>
              <a:t> </a:t>
            </a:r>
            <a:r>
              <a:rPr/>
              <a:t>UPS</a:t>
            </a:r>
            <a:r>
              <a:rPr/>
              <a:t> </a:t>
            </a:r>
            <a:r>
              <a:rPr/>
              <a:t>HAT</a:t>
            </a:r>
            <a:r>
              <a:rPr/>
              <a:t> </a:t>
            </a:r>
            <a:r>
              <a:rPr/>
              <a:t>tray</a:t>
            </a:r>
            <a:r>
              <a:rPr/>
              <a:t> </a:t>
            </a:r>
            <a:r>
              <a:rPr/>
              <a:t>indicator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Benchy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rigs.</a:t>
            </a:r>
            <a:r>
              <a:rPr/>
              <a:t> </a:t>
            </a:r>
            <a:r>
              <a:rPr/>
              <a:t>Happy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take</a:t>
            </a:r>
            <a:r>
              <a:rPr/>
              <a:t> </a:t>
            </a:r>
            <a:r>
              <a:rPr/>
              <a:t>questions.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If</a:t>
            </a:r>
            <a:r>
              <a:rPr/>
              <a:t> </a:t>
            </a:r>
            <a:r>
              <a:rPr/>
              <a:t>asked</a:t>
            </a:r>
            <a:r>
              <a:rPr/>
              <a:t> </a:t>
            </a:r>
            <a:r>
              <a:rPr/>
              <a:t>anything</a:t>
            </a:r>
            <a:r>
              <a:rPr/>
              <a:t> </a:t>
            </a:r>
            <a:r>
              <a:rPr/>
              <a:t>off-topic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out-of-scope:</a:t>
            </a:r>
            <a:r>
              <a:rPr/>
              <a:t> </a:t>
            </a:r>
            <a:r>
              <a:rPr/>
              <a:t>deflect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“</a:t>
            </a:r>
            <a:r>
              <a:rPr/>
              <a:t>that’s</a:t>
            </a:r>
            <a:r>
              <a:rPr/>
              <a:t> </a:t>
            </a:r>
            <a:r>
              <a:rPr/>
              <a:t>outside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scope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dissertation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it’s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engineering</a:t>
            </a:r>
            <a:r>
              <a:rPr/>
              <a:t> </a:t>
            </a:r>
            <a:r>
              <a:rPr/>
              <a:t>backlog;</a:t>
            </a:r>
            <a:r>
              <a:rPr/>
              <a:t> </a:t>
            </a:r>
            <a:r>
              <a:rPr/>
              <a:t>happy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discuss</a:t>
            </a:r>
            <a:r>
              <a:rPr/>
              <a:t> </a:t>
            </a:r>
            <a:r>
              <a:rPr/>
              <a:t>offline.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.jpg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2.jpg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3.png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.png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.png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6.png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7.png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8.png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9.png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AutonoBird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AI-Driven Autonomous Drone Platform</a:t>
            </a:r>
          </a:p>
          <a:p>
            <a:pPr lvl="0" marL="0" indent="0">
              <a:buNone/>
            </a:pPr>
            <a:r>
              <a:rPr/>
              <a:t>BSc Applied Computer Science — Individual Project</a:t>
            </a:r>
          </a:p>
          <a:p>
            <a:pPr lvl="0" marL="0" indent="0">
              <a:buNone/>
            </a:pPr>
            <a:r>
              <a:rPr/>
              <a:t>University of Plymouth</a:t>
            </a:r>
          </a:p>
          <a:p>
            <a:pPr lvl="0" marL="0" indent="0">
              <a:buNone/>
            </a:pPr>
            <a:r>
              <a:rPr/>
              <a:t>21 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Consumer drones: cheap, closed, no onboard compute</a:t>
            </a:r>
          </a:p>
          <a:p>
            <a:pPr lvl="1"/>
            <a:r>
              <a:rPr/>
              <a:t>Defence-grade autonomous drones: capable but £10k+ and closed</a:t>
            </a:r>
          </a:p>
          <a:p>
            <a:pPr lvl="1"/>
            <a:r>
              <a:rPr/>
              <a:t>Gap: a £1000-class drone with NPU-accelerated perception and reactive autonomy</a:t>
            </a:r>
          </a:p>
          <a:p>
            <a:pPr lvl="0" marL="0" indent="0">
              <a:buNone/>
            </a:pPr>
            <a:r>
              <a:rPr b="1"/>
              <a:t>Research question.</a:t>
            </a:r>
            <a:r>
              <a:rPr/>
              <a:t> Can a Raspberry Pi 5 with a Hailo-8 NPU deliver vision-only autonomous obstacle avoidance on a 250 mm-class quadcopter under £1000?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System</a:t>
            </a:r>
            <a:r>
              <a:rPr/>
              <a:t> </a:t>
            </a:r>
            <a:r>
              <a:rPr/>
              <a:t>architecture</a:t>
            </a:r>
          </a:p>
        </p:txBody>
      </p:sp>
      <p:pic>
        <p:nvPicPr>
          <p:cNvPr descr="../dissertation/figure-1-airframe-completed-topview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565400" y="1600200"/>
            <a:ext cx="40132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QUAV250</a:t>
            </a:r>
            <a:r>
              <a:rPr/>
              <a:t> </a:t>
            </a:r>
            <a:r>
              <a:rPr/>
              <a:t>airframe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HAT+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AR0144</a:t>
            </a:r>
            <a:r>
              <a:rPr/>
              <a:t> </a:t>
            </a:r>
            <a:r>
              <a:rPr/>
              <a:t>stereo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top</a:t>
            </a:r>
            <a:r>
              <a:rPr/>
              <a:t> </a:t>
            </a:r>
            <a:r>
              <a:rPr/>
              <a:t>deck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airframe</a:t>
            </a:r>
          </a:p>
        </p:txBody>
      </p:sp>
      <p:pic>
        <p:nvPicPr>
          <p:cNvPr descr="../images/Drone/front-view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565400" y="1600200"/>
            <a:ext cx="40132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Assembled</a:t>
            </a:r>
            <a:r>
              <a:rPr/>
              <a:t> </a:t>
            </a:r>
            <a:r>
              <a:rPr/>
              <a:t>QUAV250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945</a:t>
            </a:r>
            <a:r>
              <a:rPr/>
              <a:t> </a:t>
            </a:r>
            <a:r>
              <a:rPr/>
              <a:t>g</a:t>
            </a:r>
            <a:r>
              <a:rPr/>
              <a:t> </a:t>
            </a:r>
            <a:r>
              <a:rPr/>
              <a:t>all-up</a:t>
            </a:r>
            <a:r>
              <a:rPr/>
              <a:t> </a:t>
            </a:r>
            <a:r>
              <a:rPr/>
              <a:t>weight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HAT+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AR0144</a:t>
            </a:r>
            <a:r>
              <a:rPr/>
              <a:t> </a:t>
            </a:r>
            <a:r>
              <a:rPr/>
              <a:t>stack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top</a:t>
            </a:r>
            <a:r>
              <a:rPr/>
              <a:t> </a:t>
            </a:r>
            <a:r>
              <a:rPr/>
              <a:t>deck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Hardware</a:t>
            </a:r>
            <a:r>
              <a:rPr/>
              <a:t> </a:t>
            </a: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QUAV250 carbon frame, ArduCopter 4.6.3</a:t>
            </a:r>
          </a:p>
          <a:p>
            <a:pPr lvl="1"/>
            <a:r>
              <a:rPr b="1"/>
              <a:t>945 g all-up weight, 2.5:1 thrust-to-weight</a:t>
            </a:r>
          </a:p>
          <a:p>
            <a:pPr lvl="1"/>
            <a:r>
              <a:rPr b="1"/>
              <a:t>£761 total BOM</a:t>
            </a:r>
            <a:r>
              <a:rPr/>
              <a:t> (under the £1000 budget)</a:t>
            </a:r>
          </a:p>
          <a:p>
            <a:pPr lvl="1"/>
            <a:r>
              <a:rPr/>
              <a:t>4S 1500 mAh LiPo, UBEC USB-C feeding the Pi</a:t>
            </a:r>
          </a:p>
          <a:p>
            <a:pPr lvl="1"/>
            <a:r>
              <a:rPr/>
              <a:t>Pixhawk 6C Mini + Pi 5 + AI HAT+ + AR0144 stereo + SiK 433 MHz telemetry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Perception</a:t>
            </a:r>
            <a:r>
              <a:rPr/>
              <a:t> </a:t>
            </a:r>
            <a:r>
              <a:rPr/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Stereo capture: AR0144 USB, 13 fps @ 2560x720 MJPEG</a:t>
            </a:r>
          </a:p>
          <a:p>
            <a:pPr lvl="1"/>
            <a:r>
              <a:rPr/>
              <a:t>Rectify + SGBM half-resolution depth — 76 ms / frame</a:t>
            </a:r>
          </a:p>
          <a:p>
            <a:pPr lvl="1"/>
            <a:r>
              <a:rPr/>
              <a:t>YOLOv8n on Hailo-8 NPU — 18.5 ms inference</a:t>
            </a:r>
          </a:p>
          <a:p>
            <a:pPr lvl="1"/>
            <a:r>
              <a:rPr/>
              <a:t>Median-of-5x5-patch depth fusion at bounding-box centroids</a:t>
            </a:r>
          </a:p>
          <a:p>
            <a:pPr lvl="0" marL="0" indent="0">
              <a:buNone/>
            </a:pPr>
            <a:r>
              <a:rPr b="1"/>
              <a:t>End-to-end: 138 ms / 6.8 fps on Pi 5 — under the 250 ms NFR1 target.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Live</a:t>
            </a:r>
            <a:r>
              <a:rPr/>
              <a:t> </a:t>
            </a:r>
            <a:r>
              <a:rPr/>
              <a:t>perception</a:t>
            </a:r>
            <a:r>
              <a:rPr/>
              <a:t> </a:t>
            </a:r>
            <a:r>
              <a:rPr/>
              <a:t>output</a:t>
            </a:r>
          </a:p>
        </p:txBody>
      </p:sp>
      <p:pic>
        <p:nvPicPr>
          <p:cNvPr descr="../dissertation/figure-6-walkaround-percept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03300" y="1600200"/>
            <a:ext cx="71374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YOLO</a:t>
            </a:r>
            <a:r>
              <a:rPr/>
              <a:t> </a:t>
            </a:r>
            <a:r>
              <a:rPr/>
              <a:t>detections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bounding</a:t>
            </a:r>
            <a:r>
              <a:rPr/>
              <a:t> </a:t>
            </a:r>
            <a:r>
              <a:rPr/>
              <a:t>boxes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depth</a:t>
            </a:r>
            <a:r>
              <a:rPr/>
              <a:t> </a:t>
            </a:r>
            <a:r>
              <a:rPr/>
              <a:t>fusion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colourised</a:t>
            </a:r>
            <a:r>
              <a:rPr/>
              <a:t> </a:t>
            </a:r>
            <a:r>
              <a:rPr/>
              <a:t>SGBM</a:t>
            </a:r>
            <a:r>
              <a:rPr/>
              <a:t> </a:t>
            </a:r>
            <a:r>
              <a:rPr/>
              <a:t>heatmap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NPU</a:t>
            </a:r>
            <a:r>
              <a:rPr/>
              <a:t> </a:t>
            </a:r>
            <a:r>
              <a:rPr/>
              <a:t>selection</a:t>
            </a:r>
            <a:r>
              <a:rPr/>
              <a:t> </a:t>
            </a:r>
            <a:r>
              <a:rPr/>
              <a:t>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Two candidate HATs: Hailo-8 (26 TOPS INT8) vs Hailo-10H (40 TOPS INT4)</a:t>
            </a:r>
          </a:p>
          <a:p>
            <a:pPr lvl="1"/>
            <a:r>
              <a:rPr/>
              <a:t>Selected empirically via the </a:t>
            </a:r>
            <a:r>
              <a:rPr b="1"/>
              <a:t>Benchy</a:t>
            </a:r>
            <a:r>
              <a:rPr/>
              <a:t> benchmark suite — identical YOLO models on both</a:t>
            </a:r>
          </a:p>
          <a:p>
            <a:pPr lvl="1"/>
            <a:r>
              <a:rPr/>
              <a:t>Hailo-8 wins YOLOv8n at 640x640 by </a:t>
            </a:r>
            <a:r>
              <a:rPr b="1"/>
              <a:t>2.6x to 6.9x</a:t>
            </a:r>
          </a:p>
          <a:p>
            <a:pPr lvl="1"/>
            <a:r>
              <a:rPr/>
              <a:t>Hailo-10H wins LLM workloads (10.35 TPS on llama3.2:1b) — recorded for future text-to-intent, not the vision-first autonomy path</a:t>
            </a:r>
          </a:p>
          <a:p>
            <a:pPr lvl="1"/>
            <a:r>
              <a:rPr/>
              <a:t>Decision: Hailo-8 on the airframe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NPU</a:t>
            </a:r>
            <a:r>
              <a:rPr/>
              <a:t> </a:t>
            </a:r>
            <a:r>
              <a:rPr/>
              <a:t>throughput</a:t>
            </a:r>
            <a:r>
              <a:rPr/>
              <a:t> </a:t>
            </a:r>
            <a:r>
              <a:rPr/>
              <a:t>comparison</a:t>
            </a:r>
          </a:p>
        </p:txBody>
      </p:sp>
      <p:pic>
        <p:nvPicPr>
          <p:cNvPr descr="../dissertation/figure-8-NPU-throughput-comparis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87400" y="1600200"/>
            <a:ext cx="75692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Hailo-8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/>
              <a:t>Hailo-10H</a:t>
            </a:r>
            <a:r>
              <a:rPr/>
              <a:t> </a:t>
            </a:r>
            <a:r>
              <a:rPr/>
              <a:t>YOLO</a:t>
            </a:r>
            <a:r>
              <a:rPr/>
              <a:t> </a:t>
            </a:r>
            <a:r>
              <a:rPr/>
              <a:t>throughput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640x640,</a:t>
            </a:r>
            <a:r>
              <a:rPr/>
              <a:t> </a:t>
            </a:r>
            <a:r>
              <a:rPr/>
              <a:t>Benchy</a:t>
            </a:r>
            <a:r>
              <a:rPr/>
              <a:t> </a:t>
            </a:r>
            <a:r>
              <a:rPr/>
              <a:t>benchmark</a:t>
            </a:r>
            <a:r>
              <a:rPr/>
              <a:t> </a:t>
            </a:r>
            <a:r>
              <a:rPr/>
              <a:t>suite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Autonomy</a:t>
            </a:r>
            <a:r>
              <a:rPr/>
              <a:t> </a:t>
            </a:r>
            <a:r>
              <a:rPr/>
              <a:t>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Pi-side MAVLink bridge</a:t>
            </a:r>
            <a:r>
              <a:rPr/>
              <a:t> — </a:t>
            </a:r>
            <a:r>
              <a:rPr>
                <a:latin typeface="Courier"/>
              </a:rPr>
              <a:t>Vehicle</a:t>
            </a:r>
            <a:r>
              <a:rPr/>
              <a:t> class wrapping pymavlink, same code targets SITL + real Pixhawk</a:t>
            </a:r>
          </a:p>
          <a:p>
            <a:pPr lvl="1"/>
            <a:r>
              <a:rPr b="1"/>
              <a:t>State machine</a:t>
            </a:r>
            <a:r>
              <a:rPr/>
              <a:t> — 9 flight states with Schmitt-trigger hysteresis on autopilot-filtered climb rate</a:t>
            </a:r>
          </a:p>
          <a:p>
            <a:pPr lvl="1"/>
            <a:r>
              <a:rPr b="1"/>
              <a:t>Reactive planner</a:t>
            </a:r>
            <a:r>
              <a:rPr/>
              <a:t> — CRUISING / AVOIDING / IDLE / LANDING; sector-based sidestep at 10 Hz</a:t>
            </a:r>
          </a:p>
          <a:p>
            <a:pPr lvl="1"/>
            <a:r>
              <a:rPr b="1"/>
              <a:t>Orchestrator</a:t>
            </a:r>
            <a:r>
              <a:rPr/>
              <a:t> — single-process bring-up of bridge -&gt; FSM -&gt; planner -&gt; optional gesture pipeline -&gt; optional Pico LED status</a:t>
            </a:r>
          </a:p>
          <a:p>
            <a:pPr lvl="1"/>
            <a:r>
              <a:rPr b="1"/>
              <a:t>Intent surface</a:t>
            </a:r>
            <a:r>
              <a:rPr/>
              <a:t> — </a:t>
            </a:r>
            <a:r>
              <a:rPr>
                <a:latin typeface="Courier"/>
              </a:rPr>
              <a:t>command_hold / resume / land / rtl</a:t>
            </a:r>
            <a:r>
              <a:rPr/>
              <a:t> — what voice, gestures, and future inputs bind into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SITL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stability</a:t>
            </a:r>
            <a:r>
              <a:rPr/>
              <a:t> </a:t>
            </a:r>
            <a:r>
              <a:rPr/>
              <a:t>(T4)</a:t>
            </a:r>
          </a:p>
        </p:txBody>
      </p:sp>
      <p:pic>
        <p:nvPicPr>
          <p:cNvPr descr="../../scripts/sitl/logs/t4_hover_20260516-18570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235200"/>
            <a:ext cx="8229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60</a:t>
            </a:r>
            <a:r>
              <a:rPr/>
              <a:t> </a:t>
            </a:r>
            <a:r>
              <a:rPr/>
              <a:t>s</a:t>
            </a:r>
            <a:r>
              <a:rPr/>
              <a:t> </a:t>
            </a:r>
            <a:r>
              <a:rPr/>
              <a:t>GUIDED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m</a:t>
            </a:r>
            <a:r>
              <a:rPr/>
              <a:t> </a:t>
            </a:r>
            <a:r>
              <a:rPr/>
              <a:t>AGL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582</a:t>
            </a:r>
            <a:r>
              <a:rPr/>
              <a:t> </a:t>
            </a:r>
            <a:r>
              <a:rPr/>
              <a:t>samples,</a:t>
            </a:r>
            <a:r>
              <a:rPr/>
              <a:t> </a:t>
            </a:r>
            <a:r>
              <a:rPr/>
              <a:t>max</a:t>
            </a:r>
            <a:r>
              <a:rPr/>
              <a:t> </a:t>
            </a:r>
            <a:r>
              <a:rPr/>
              <a:t>horizontal</a:t>
            </a:r>
            <a:r>
              <a:rPr/>
              <a:t> </a:t>
            </a:r>
            <a:r>
              <a:rPr/>
              <a:t>drift</a:t>
            </a:r>
            <a:r>
              <a:rPr/>
              <a:t> </a:t>
            </a:r>
            <a:r>
              <a:rPr/>
              <a:t>38</a:t>
            </a:r>
            <a:r>
              <a:rPr/>
              <a:t> </a:t>
            </a:r>
            <a:r>
              <a:rPr/>
              <a:t>mm,</a:t>
            </a:r>
            <a:r>
              <a:rPr/>
              <a:t> </a:t>
            </a:r>
            <a:r>
              <a:rPr/>
              <a:t>RMS</a:t>
            </a:r>
            <a:r>
              <a:rPr/>
              <a:t> </a:t>
            </a:r>
            <a:r>
              <a:rPr/>
              <a:t>19</a:t>
            </a:r>
            <a:r>
              <a:rPr/>
              <a:t> </a:t>
            </a:r>
            <a:r>
              <a:rPr/>
              <a:t>mm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SITL</a:t>
            </a:r>
            <a:r>
              <a:rPr/>
              <a:t> </a:t>
            </a:r>
            <a:r>
              <a:rPr/>
              <a:t>mission</a:t>
            </a:r>
            <a:r>
              <a:rPr/>
              <a:t> </a:t>
            </a:r>
            <a:r>
              <a:rPr/>
              <a:t>replicate</a:t>
            </a:r>
            <a:r>
              <a:rPr/>
              <a:t> </a:t>
            </a:r>
            <a:r>
              <a:rPr/>
              <a:t>(T6)</a:t>
            </a:r>
          </a:p>
        </p:txBody>
      </p:sp>
      <p:pic>
        <p:nvPicPr>
          <p:cNvPr descr="../../scripts/sitl/logs/t6_replicate_20260516-203126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374900"/>
            <a:ext cx="82296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10</a:t>
            </a:r>
            <a:r>
              <a:rPr/>
              <a:t> </a:t>
            </a:r>
            <a:r>
              <a:rPr/>
              <a:t>sequential</a:t>
            </a:r>
            <a:r>
              <a:rPr/>
              <a:t> </a:t>
            </a:r>
            <a:r>
              <a:rPr/>
              <a:t>50</a:t>
            </a:r>
            <a:r>
              <a:rPr/>
              <a:t> </a:t>
            </a:r>
            <a:r>
              <a:rPr/>
              <a:t>m</a:t>
            </a:r>
            <a:r>
              <a:rPr/>
              <a:t> </a:t>
            </a:r>
            <a:r>
              <a:rPr/>
              <a:t>x</a:t>
            </a:r>
            <a:r>
              <a:rPr/>
              <a:t> </a:t>
            </a:r>
            <a:r>
              <a:rPr/>
              <a:t>50</a:t>
            </a:r>
            <a:r>
              <a:rPr/>
              <a:t> </a:t>
            </a:r>
            <a:r>
              <a:rPr/>
              <a:t>m</a:t>
            </a:r>
            <a:r>
              <a:rPr/>
              <a:t> </a:t>
            </a:r>
            <a:r>
              <a:rPr/>
              <a:t>box</a:t>
            </a:r>
            <a:r>
              <a:rPr/>
              <a:t> </a:t>
            </a:r>
            <a:r>
              <a:rPr/>
              <a:t>missions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51.12</a:t>
            </a:r>
            <a:r>
              <a:rPr/>
              <a:t> </a:t>
            </a:r>
            <a:r>
              <a:rPr/>
              <a:t>±</a:t>
            </a:r>
            <a:r>
              <a:rPr/>
              <a:t> </a:t>
            </a:r>
            <a:r>
              <a:rPr/>
              <a:t>0.07</a:t>
            </a:r>
            <a:r>
              <a:rPr/>
              <a:t> </a:t>
            </a:r>
            <a:r>
              <a:rPr/>
              <a:t>m</a:t>
            </a:r>
            <a:r>
              <a:rPr/>
              <a:t> </a:t>
            </a:r>
            <a:r>
              <a:rPr/>
              <a:t>extents,</a:t>
            </a:r>
            <a:r>
              <a:rPr/>
              <a:t> </a:t>
            </a:r>
            <a:r>
              <a:rPr/>
              <a:t>100%</a:t>
            </a:r>
            <a:r>
              <a:rPr/>
              <a:t> </a:t>
            </a:r>
            <a:r>
              <a:rPr/>
              <a:t>pass</a:t>
            </a:r>
            <a:r>
              <a:rPr/>
              <a:t> </a:t>
            </a:r>
            <a:r>
              <a:rPr/>
              <a:t>rate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SITL</a:t>
            </a:r>
            <a:r>
              <a:rPr/>
              <a:t> </a:t>
            </a:r>
            <a:r>
              <a:rPr/>
              <a:t>wind</a:t>
            </a:r>
            <a:r>
              <a:rPr/>
              <a:t> </a:t>
            </a:r>
            <a:r>
              <a:rPr/>
              <a:t>disturbance</a:t>
            </a:r>
            <a:r>
              <a:rPr/>
              <a:t> </a:t>
            </a:r>
            <a:r>
              <a:rPr/>
              <a:t>rejection</a:t>
            </a:r>
          </a:p>
        </p:txBody>
      </p:sp>
      <p:pic>
        <p:nvPicPr>
          <p:cNvPr descr="../../scripts/sitl/logs/wind_sweep_20260516-21404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374900"/>
            <a:ext cx="82296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SIM_WIND_SPD</a:t>
            </a:r>
            <a:r>
              <a:rPr/>
              <a:t> </a:t>
            </a:r>
            <a:r>
              <a:rPr/>
              <a:t>swept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0/5/10/15</a:t>
            </a:r>
            <a:r>
              <a:rPr/>
              <a:t> </a:t>
            </a:r>
            <a:r>
              <a:rPr/>
              <a:t>m/s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hover</a:t>
            </a:r>
            <a:r>
              <a:rPr/>
              <a:t> </a:t>
            </a:r>
            <a:r>
              <a:rPr/>
              <a:t>h-drift</a:t>
            </a:r>
            <a:r>
              <a:rPr/>
              <a:t> </a:t>
            </a:r>
            <a:r>
              <a:rPr/>
              <a:t>stays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120</a:t>
            </a:r>
            <a:r>
              <a:rPr/>
              <a:t> </a:t>
            </a:r>
            <a:r>
              <a:rPr/>
              <a:t>mm;</a:t>
            </a:r>
            <a:r>
              <a:rPr/>
              <a:t> </a:t>
            </a:r>
            <a:r>
              <a:rPr/>
              <a:t>T6</a:t>
            </a:r>
            <a:r>
              <a:rPr/>
              <a:t> </a:t>
            </a:r>
            <a:r>
              <a:rPr/>
              <a:t>mission</a:t>
            </a:r>
            <a:r>
              <a:rPr/>
              <a:t> </a:t>
            </a:r>
            <a:r>
              <a:rPr/>
              <a:t>pass</a:t>
            </a:r>
            <a:r>
              <a:rPr/>
              <a:t> </a:t>
            </a:r>
            <a:r>
              <a:rPr/>
              <a:t>rate</a:t>
            </a:r>
            <a:r>
              <a:rPr/>
              <a:t> </a:t>
            </a:r>
            <a:r>
              <a:rPr/>
              <a:t>100%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wind</a:t>
            </a:r>
            <a:r>
              <a:rPr/>
              <a:t> </a:t>
            </a:r>
            <a:r>
              <a:rPr/>
              <a:t>level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Gazebo</a:t>
            </a:r>
            <a:r>
              <a:rPr/>
              <a:t> </a:t>
            </a:r>
            <a:r>
              <a:rPr/>
              <a:t>collision</a:t>
            </a:r>
            <a:r>
              <a:rPr/>
              <a:t> </a:t>
            </a:r>
            <a:r>
              <a:rPr/>
              <a:t>avoidance</a:t>
            </a:r>
            <a:r>
              <a:rPr/>
              <a:t> </a:t>
            </a:r>
            <a:r>
              <a:rPr/>
              <a:t>(T5)</a:t>
            </a:r>
          </a:p>
        </p:txBody>
      </p:sp>
      <p:pic>
        <p:nvPicPr>
          <p:cNvPr descr="../dissertation/figure-4-T5-gazebo-clearanc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03300" y="1600200"/>
            <a:ext cx="71374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Custom</a:t>
            </a:r>
            <a:r>
              <a:rPr/>
              <a:t> </a:t>
            </a:r>
            <a:r>
              <a:rPr/>
              <a:t>iris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forward</a:t>
            </a:r>
            <a:r>
              <a:rPr/>
              <a:t> </a:t>
            </a:r>
            <a:r>
              <a:rPr/>
              <a:t>GPU</a:t>
            </a:r>
            <a:r>
              <a:rPr/>
              <a:t> </a:t>
            </a:r>
            <a:r>
              <a:rPr/>
              <a:t>lidar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12</a:t>
            </a:r>
            <a:r>
              <a:rPr/>
              <a:t> </a:t>
            </a:r>
            <a:r>
              <a:rPr/>
              <a:t>m</a:t>
            </a:r>
            <a:r>
              <a:rPr/>
              <a:t> </a:t>
            </a:r>
            <a:r>
              <a:rPr/>
              <a:t>red</a:t>
            </a:r>
            <a:r>
              <a:rPr/>
              <a:t> </a:t>
            </a:r>
            <a:r>
              <a:rPr/>
              <a:t>cylinder</a:t>
            </a:r>
            <a:r>
              <a:rPr/>
              <a:t> </a:t>
            </a:r>
            <a:r>
              <a:rPr/>
              <a:t>obstacle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min</a:t>
            </a:r>
            <a:r>
              <a:rPr/>
              <a:t> </a:t>
            </a:r>
            <a:r>
              <a:rPr/>
              <a:t>clearance</a:t>
            </a:r>
            <a:r>
              <a:rPr/>
              <a:t> </a:t>
            </a:r>
            <a:r>
              <a:rPr/>
              <a:t>1.92</a:t>
            </a:r>
            <a:r>
              <a:rPr/>
              <a:t> </a:t>
            </a:r>
            <a:r>
              <a:rPr/>
              <a:t>m,</a:t>
            </a:r>
            <a:r>
              <a:rPr/>
              <a:t> </a:t>
            </a:r>
            <a:r>
              <a:rPr/>
              <a:t>6.4x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0.3</a:t>
            </a:r>
            <a:r>
              <a:rPr/>
              <a:t> </a:t>
            </a:r>
            <a:r>
              <a:rPr/>
              <a:t>m</a:t>
            </a:r>
            <a:r>
              <a:rPr/>
              <a:t> </a:t>
            </a:r>
            <a:r>
              <a:rPr/>
              <a:t>bound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Hardware-airframe</a:t>
            </a:r>
            <a:r>
              <a:rPr/>
              <a:t> </a:t>
            </a:r>
            <a:r>
              <a:rPr/>
              <a:t>stack</a:t>
            </a:r>
            <a:r>
              <a:rPr/>
              <a:t> </a:t>
            </a:r>
            <a:r>
              <a:rPr/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2026-05-18: airframe-mounted Pi + real Pixhawk, 3:34 min handheld walkaround, motors off</a:t>
            </a:r>
          </a:p>
          <a:p>
            <a:pPr lvl="1"/>
            <a:r>
              <a:rPr b="1"/>
              <a:t>138.1 ms loop EMA</a:t>
            </a:r>
            <a:r>
              <a:rPr/>
              <a:t> — reproduces bench baseline on the mounted platform</a:t>
            </a:r>
          </a:p>
          <a:p>
            <a:pPr lvl="1"/>
            <a:r>
              <a:rPr/>
              <a:t>1449 frames in JSONL, </a:t>
            </a:r>
            <a:r>
              <a:rPr b="1"/>
              <a:t>14 distinct YOLO classes</a:t>
            </a:r>
            <a:r>
              <a:rPr/>
              <a:t>, 161 planner transitions on real stereo</a:t>
            </a:r>
          </a:p>
          <a:p>
            <a:pPr lvl="1"/>
            <a:r>
              <a:rPr b="1"/>
              <a:t>Zero</a:t>
            </a:r>
            <a:r>
              <a:rPr/>
              <a:t> bridge errors / timeouts / under-voltage events over the full session</a:t>
            </a:r>
          </a:p>
          <a:p>
            <a:pPr lvl="1"/>
            <a:r>
              <a:rPr/>
              <a:t>First hardware-validation of the perception + autonomy software path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SiK</a:t>
            </a:r>
            <a:r>
              <a:rPr/>
              <a:t> </a:t>
            </a:r>
            <a:r>
              <a:rPr/>
              <a:t>433</a:t>
            </a:r>
            <a:r>
              <a:rPr/>
              <a:t> </a:t>
            </a:r>
            <a:r>
              <a:rPr/>
              <a:t>MHz</a:t>
            </a:r>
            <a:r>
              <a:rPr/>
              <a:t> </a:t>
            </a:r>
            <a:r>
              <a:rPr/>
              <a:t>telemetry</a:t>
            </a:r>
            <a:r>
              <a:rPr/>
              <a:t> </a:t>
            </a:r>
            <a:r>
              <a:rPr/>
              <a:t>link</a:t>
            </a:r>
          </a:p>
        </p:txBody>
      </p:sp>
      <p:pic>
        <p:nvPicPr>
          <p:cNvPr descr="../../scripts/sitl/logs/sik_los_20260518-2345_plo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06500" y="1600200"/>
            <a:ext cx="67310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RSSI</a:t>
            </a:r>
            <a:r>
              <a:rPr/>
              <a:t> </a:t>
            </a:r>
            <a:r>
              <a:rPr/>
              <a:t>219</a:t>
            </a:r>
            <a:r>
              <a:rPr/>
              <a:t> </a:t>
            </a:r>
            <a:r>
              <a:rPr/>
              <a:t>baseline</a:t>
            </a:r>
            <a:r>
              <a:rPr/>
              <a:t> </a:t>
            </a:r>
            <a:r>
              <a:rPr/>
              <a:t>-&gt;</a:t>
            </a:r>
            <a:r>
              <a:rPr/>
              <a:t> </a:t>
            </a:r>
            <a:r>
              <a:rPr/>
              <a:t>145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25</a:t>
            </a:r>
            <a:r>
              <a:rPr/>
              <a:t> </a:t>
            </a:r>
            <a:r>
              <a:rPr/>
              <a:t>m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multiple</a:t>
            </a:r>
            <a:r>
              <a:rPr/>
              <a:t> </a:t>
            </a:r>
            <a:r>
              <a:rPr/>
              <a:t>walls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0</a:t>
            </a:r>
            <a:r>
              <a:rPr/>
              <a:t> </a:t>
            </a:r>
            <a:r>
              <a:rPr/>
              <a:t>packet</a:t>
            </a:r>
            <a:r>
              <a:rPr/>
              <a:t> </a:t>
            </a:r>
            <a:r>
              <a:rPr/>
              <a:t>loss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239</a:t>
            </a:r>
            <a:r>
              <a:rPr/>
              <a:t> </a:t>
            </a:r>
            <a:r>
              <a:rPr/>
              <a:t>samples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Requirements</a:t>
            </a:r>
            <a:r>
              <a:rPr/>
              <a:t> </a:t>
            </a:r>
            <a:r>
              <a:rPr/>
              <a:t>verdict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supported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SITL</a:t>
            </a:r>
            <a:r>
              <a:rPr/>
              <a:t> </a:t>
            </a:r>
            <a:r>
              <a:rPr/>
              <a:t>plus</a:t>
            </a:r>
            <a:r>
              <a:rPr/>
              <a:t> </a:t>
            </a:r>
            <a:r>
              <a:rPr/>
              <a:t>hardware-validated</a:t>
            </a:r>
            <a:r>
              <a:rPr/>
              <a:t> </a:t>
            </a:r>
            <a:r>
              <a:rPr/>
              <a:t>software</a:t>
            </a:r>
            <a:r>
              <a:rPr/>
              <a:t> </a:t>
            </a:r>
            <a:r>
              <a:rPr/>
              <a:t>stack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Unmeasured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Functional</a:t>
                      </a:r>
                      <a:r>
                        <a:rPr/>
                        <a:t> </a:t>
                      </a:r>
                      <a:r>
                        <a:rPr/>
                        <a:t>(FR1–FR8)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Non-functional</a:t>
                      </a:r>
                      <a:r>
                        <a:rPr/>
                        <a:t> </a:t>
                      </a:r>
                      <a:r>
                        <a:rPr/>
                        <a:t>(NFR1–NFR5)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No first powered hover with the imaging stack mounted — deferred behind dissertation submission</a:t>
            </a:r>
          </a:p>
          <a:p>
            <a:pPr lvl="1"/>
            <a:r>
              <a:rPr/>
              <a:t>Outdoor compass calibration pending — gates the first hover</a:t>
            </a:r>
          </a:p>
          <a:p>
            <a:pPr lvl="1"/>
            <a:r>
              <a:rPr/>
              <a:t>Gesture pipeline is code-complete on both sides but untested against live Hailo pose decoder</a:t>
            </a:r>
          </a:p>
          <a:p>
            <a:pPr lvl="1"/>
            <a:r>
              <a:rPr/>
              <a:t>All telemetry distance tests so far are indoor through-wall, not outdoor LOS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Future</a:t>
            </a:r>
            <a:r>
              <a:rPr/>
              <a:t> </a:t>
            </a:r>
            <a:r>
              <a:rPr/>
              <a:t>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Indoor netted hover -&gt; outdoor open-field flight</a:t>
            </a:r>
          </a:p>
          <a:p>
            <a:pPr lvl="1"/>
            <a:r>
              <a:rPr/>
              <a:t>Live gesture validation (STOP / LAND / COME / RECEDE on COCO-17 keypoints)</a:t>
            </a:r>
          </a:p>
          <a:p>
            <a:pPr lvl="1"/>
            <a:r>
              <a:rPr/>
              <a:t>Person-recognition deployment via OSNet/CLIP + FAISS embeddings</a:t>
            </a:r>
          </a:p>
          <a:p>
            <a:pPr lvl="1"/>
            <a:r>
              <a:rPr/>
              <a:t>ROS2, Meshtastic mesh radio, ATAK tactical-overlay integration</a:t>
            </a:r>
          </a:p>
          <a:p>
            <a:pPr lvl="1"/>
            <a:r>
              <a:rPr/>
              <a:t>Vibration analysis post first powered flight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Live</a:t>
            </a:r>
            <a:r>
              <a:rPr/>
              <a:t> </a:t>
            </a:r>
            <a:r>
              <a:rPr/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Three parts:</a:t>
            </a:r>
          </a:p>
          <a:p>
            <a:pPr lvl="1">
              <a:buAutoNum type="arabicPeriod"/>
            </a:pPr>
            <a:r>
              <a:rPr b="1"/>
              <a:t>Gazebo T5 outdoor flight</a:t>
            </a:r>
            <a:r>
              <a:rPr/>
              <a:t> — recorded — 12 m obstacle, 1.92 m clearance</a:t>
            </a:r>
          </a:p>
          <a:p>
            <a:pPr lvl="1">
              <a:buAutoNum type="arabicPeriod"/>
            </a:pPr>
            <a:r>
              <a:rPr b="1"/>
              <a:t>Gazebo classroom replica</a:t>
            </a:r>
            <a:r>
              <a:rPr/>
              <a:t> — recorded — same algorithms in a virtual copy of this room</a:t>
            </a:r>
          </a:p>
          <a:p>
            <a:pPr lvl="1">
              <a:buAutoNum type="arabicPeriod"/>
            </a:pPr>
            <a:r>
              <a:rPr b="1"/>
              <a:t>Live perception on the airframe</a:t>
            </a:r>
            <a:r>
              <a:rPr/>
              <a:t> — handheld, motors off — YOLO detections + colourised depth heatmap + planner-would-command logs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 welcome.</a:t>
            </a:r>
          </a:p>
          <a:p>
            <a:pPr lvl="0" marL="0" indent="0">
              <a:buNone/>
            </a:pPr>
            <a:r>
              <a:rPr b="1"/>
              <a:t>Supporting tools</a:t>
            </a:r>
            <a:r>
              <a:rPr/>
              <a:t> (cited in the dissertation):</a:t>
            </a:r>
          </a:p>
          <a:p>
            <a:pPr lvl="1"/>
            <a:r>
              <a:rPr b="1"/>
              <a:t>Benchy</a:t>
            </a:r>
            <a:r>
              <a:rPr/>
              <a:t> — edge-AI NPU benchmark suite — github.com/JabbaghYounes/Benchy</a:t>
            </a:r>
          </a:p>
          <a:p>
            <a:pPr lvl="1"/>
            <a:r>
              <a:rPr b="1"/>
              <a:t>UPSentinel</a:t>
            </a:r>
            <a:r>
              <a:rPr/>
              <a:t> — Waveshare UPS HAT tray indicator — github.com/JabbaghYounes/UPSentinel</a:t>
            </a:r>
          </a:p>
          <a:p>
            <a:pPr lvl="0" marL="0" indent="0">
              <a:buNone/>
            </a:pPr>
            <a:r>
              <a:rPr/>
              <a:t>Younes Jabbagh — 10771837@cityplym.ac.uk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2026-05-20T02:49:17Z</dcterms:created>
  <dcterms:modified xsi:type="dcterms:W3CDTF">2026-05-20T02:49:17Z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